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289" r:id="rId6"/>
    <p:sldId id="278" r:id="rId7"/>
    <p:sldId id="279" r:id="rId8"/>
    <p:sldId id="281" r:id="rId9"/>
    <p:sldId id="282" r:id="rId10"/>
    <p:sldId id="285" r:id="rId11"/>
    <p:sldId id="283" r:id="rId12"/>
    <p:sldId id="286" r:id="rId13"/>
    <p:sldId id="287" r:id="rId14"/>
    <p:sldId id="276" r:id="rId15"/>
    <p:sldId id="28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54245D-C250-0B95-BE53-CBEF5B9538EA}" v="1648" dt="2026-01-16T06:40:00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0BA42E-107D-4446-B879-0808F4E84654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BEDE324B-B64E-47CF-88B9-A955493131B4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PhysicsComponent</a:t>
          </a:r>
          <a:endParaRPr lang="ko-KR" altLang="en-US" dirty="0" err="1"/>
        </a:p>
      </dgm:t>
    </dgm:pt>
    <dgm:pt modelId="{025F6B70-7C68-4098-A16D-6DA4D1C3E34C}" type="parTrans" cxnId="{D3D0B966-28B0-4D82-B720-3E106318E677}">
      <dgm:prSet/>
      <dgm:spPr/>
      <dgm:t>
        <a:bodyPr/>
        <a:lstStyle/>
        <a:p>
          <a:pPr latinLnBrk="1"/>
          <a:endParaRPr lang="ko-KR" altLang="en-US"/>
        </a:p>
      </dgm:t>
    </dgm:pt>
    <dgm:pt modelId="{ECE2E3A6-3C03-4C35-BCF3-1C094E522014}" type="sibTrans" cxnId="{D3D0B966-28B0-4D82-B720-3E106318E677}">
      <dgm:prSet/>
      <dgm:spPr/>
      <dgm:t>
        <a:bodyPr/>
        <a:lstStyle/>
        <a:p>
          <a:pPr latinLnBrk="1"/>
          <a:endParaRPr lang="ko-KR" altLang="en-US"/>
        </a:p>
      </dgm:t>
    </dgm:pt>
    <dgm:pt modelId="{412A9440-A6C1-4125-9E3F-86054FD99DB3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BoxComponent</a:t>
          </a:r>
          <a:endParaRPr lang="ko-KR" altLang="en-US" dirty="0" err="1"/>
        </a:p>
      </dgm:t>
    </dgm:pt>
    <dgm:pt modelId="{7374BA53-961D-4B74-B039-91ECAA6000D6}" type="parTrans" cxnId="{88C8060D-BD50-46E5-B158-DE5D14A250D1}">
      <dgm:prSet/>
      <dgm:spPr/>
      <dgm:t>
        <a:bodyPr/>
        <a:lstStyle/>
        <a:p>
          <a:pPr latinLnBrk="1"/>
          <a:endParaRPr lang="ko-KR" altLang="en-US"/>
        </a:p>
      </dgm:t>
    </dgm:pt>
    <dgm:pt modelId="{3C4C3C63-E39C-4B0C-A553-A5581CF29C9C}" type="sibTrans" cxnId="{88C8060D-BD50-46E5-B158-DE5D14A250D1}">
      <dgm:prSet/>
      <dgm:spPr/>
      <dgm:t>
        <a:bodyPr/>
        <a:lstStyle/>
        <a:p>
          <a:pPr latinLnBrk="1"/>
          <a:endParaRPr lang="ko-KR" altLang="en-US"/>
        </a:p>
      </dgm:t>
    </dgm:pt>
    <dgm:pt modelId="{124EE915-62A5-4753-BB3E-8C26334FD97A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CapsuleComponent</a:t>
          </a:r>
          <a:endParaRPr lang="ko-KR" altLang="en-US" dirty="0" err="1"/>
        </a:p>
      </dgm:t>
    </dgm:pt>
    <dgm:pt modelId="{FE02AE1F-44A1-4996-BB9E-5DF392B937C5}" type="parTrans" cxnId="{4E4719FB-A10D-4B49-9FD3-C0B530E559BF}">
      <dgm:prSet/>
      <dgm:spPr/>
      <dgm:t>
        <a:bodyPr/>
        <a:lstStyle/>
        <a:p>
          <a:pPr latinLnBrk="1"/>
          <a:endParaRPr lang="ko-KR" altLang="en-US"/>
        </a:p>
      </dgm:t>
    </dgm:pt>
    <dgm:pt modelId="{43977271-75AA-49ED-8F43-870CDD0E1FAB}" type="sibTrans" cxnId="{4E4719FB-A10D-4B49-9FD3-C0B530E559BF}">
      <dgm:prSet/>
      <dgm:spPr/>
      <dgm:t>
        <a:bodyPr/>
        <a:lstStyle/>
        <a:p>
          <a:pPr latinLnBrk="1"/>
          <a:endParaRPr lang="ko-KR" altLang="en-US"/>
        </a:p>
      </dgm:t>
    </dgm:pt>
    <dgm:pt modelId="{CE5EFD10-9ADF-4E40-BE94-FEFF8BFB308E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SphereComponent</a:t>
          </a:r>
          <a:endParaRPr lang="ko-KR" altLang="en-US" dirty="0" err="1"/>
        </a:p>
      </dgm:t>
    </dgm:pt>
    <dgm:pt modelId="{0D0EF35B-5963-4315-8EDC-BB18453A98A5}" type="parTrans" cxnId="{FA4D8440-B2F4-463B-9097-2AF13C9523EF}">
      <dgm:prSet/>
      <dgm:spPr/>
      <dgm:t>
        <a:bodyPr/>
        <a:lstStyle/>
        <a:p>
          <a:pPr latinLnBrk="1"/>
          <a:endParaRPr lang="ko-KR" altLang="en-US"/>
        </a:p>
      </dgm:t>
    </dgm:pt>
    <dgm:pt modelId="{36F82C3E-361C-4129-9848-513362242B8A}" type="sibTrans" cxnId="{FA4D8440-B2F4-463B-9097-2AF13C9523EF}">
      <dgm:prSet/>
      <dgm:spPr/>
      <dgm:t>
        <a:bodyPr/>
        <a:lstStyle/>
        <a:p>
          <a:pPr latinLnBrk="1"/>
          <a:endParaRPr lang="ko-KR" altLang="en-US"/>
        </a:p>
      </dgm:t>
    </dgm:pt>
    <dgm:pt modelId="{8A5EA4DC-94BE-4A99-A913-6F16876BCA24}" type="pres">
      <dgm:prSet presAssocID="{3C0BA42E-107D-4446-B879-0808F4E8465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EE0AF80-5856-490F-97A3-280843C0D654}" type="pres">
      <dgm:prSet presAssocID="{BEDE324B-B64E-47CF-88B9-A955493131B4}" presName="hierRoot1" presStyleCnt="0">
        <dgm:presLayoutVars>
          <dgm:hierBranch val="init"/>
        </dgm:presLayoutVars>
      </dgm:prSet>
      <dgm:spPr/>
    </dgm:pt>
    <dgm:pt modelId="{20E98272-F4F7-4EB2-B802-0520B66E8522}" type="pres">
      <dgm:prSet presAssocID="{BEDE324B-B64E-47CF-88B9-A955493131B4}" presName="rootComposite1" presStyleCnt="0"/>
      <dgm:spPr/>
    </dgm:pt>
    <dgm:pt modelId="{3421F357-0D60-4F61-924E-B47D75A74CA5}" type="pres">
      <dgm:prSet presAssocID="{BEDE324B-B64E-47CF-88B9-A955493131B4}" presName="rootText1" presStyleLbl="node0" presStyleIdx="0" presStyleCnt="1">
        <dgm:presLayoutVars>
          <dgm:chPref val="3"/>
        </dgm:presLayoutVars>
      </dgm:prSet>
      <dgm:spPr/>
    </dgm:pt>
    <dgm:pt modelId="{2A44E69F-1ABE-42E4-B9CC-294361F52B43}" type="pres">
      <dgm:prSet presAssocID="{BEDE324B-B64E-47CF-88B9-A955493131B4}" presName="rootConnector1" presStyleLbl="node1" presStyleIdx="0" presStyleCnt="0"/>
      <dgm:spPr/>
    </dgm:pt>
    <dgm:pt modelId="{8676F9AF-369C-41C4-97E4-97EC8DC34018}" type="pres">
      <dgm:prSet presAssocID="{BEDE324B-B64E-47CF-88B9-A955493131B4}" presName="hierChild2" presStyleCnt="0"/>
      <dgm:spPr/>
    </dgm:pt>
    <dgm:pt modelId="{144C4024-1697-4069-BA41-A807CE56BB68}" type="pres">
      <dgm:prSet presAssocID="{7374BA53-961D-4B74-B039-91ECAA6000D6}" presName="Name37" presStyleLbl="parChTrans1D2" presStyleIdx="0" presStyleCnt="3"/>
      <dgm:spPr/>
    </dgm:pt>
    <dgm:pt modelId="{81D28340-9E93-4BB4-AB85-1E7FCC10BB93}" type="pres">
      <dgm:prSet presAssocID="{412A9440-A6C1-4125-9E3F-86054FD99DB3}" presName="hierRoot2" presStyleCnt="0">
        <dgm:presLayoutVars>
          <dgm:hierBranch val="init"/>
        </dgm:presLayoutVars>
      </dgm:prSet>
      <dgm:spPr/>
    </dgm:pt>
    <dgm:pt modelId="{ADFFA115-D689-484A-8D61-6715868E19B8}" type="pres">
      <dgm:prSet presAssocID="{412A9440-A6C1-4125-9E3F-86054FD99DB3}" presName="rootComposite" presStyleCnt="0"/>
      <dgm:spPr/>
    </dgm:pt>
    <dgm:pt modelId="{C5A58F71-A1A2-4867-AD57-85084B4F3B0B}" type="pres">
      <dgm:prSet presAssocID="{412A9440-A6C1-4125-9E3F-86054FD99DB3}" presName="rootText" presStyleLbl="node2" presStyleIdx="0" presStyleCnt="3">
        <dgm:presLayoutVars>
          <dgm:chPref val="3"/>
        </dgm:presLayoutVars>
      </dgm:prSet>
      <dgm:spPr/>
    </dgm:pt>
    <dgm:pt modelId="{9769A23F-78BF-4D5E-9F45-7A691047852F}" type="pres">
      <dgm:prSet presAssocID="{412A9440-A6C1-4125-9E3F-86054FD99DB3}" presName="rootConnector" presStyleLbl="node2" presStyleIdx="0" presStyleCnt="3"/>
      <dgm:spPr/>
    </dgm:pt>
    <dgm:pt modelId="{D87D3338-FC02-4F72-AC72-ED2AE0033812}" type="pres">
      <dgm:prSet presAssocID="{412A9440-A6C1-4125-9E3F-86054FD99DB3}" presName="hierChild4" presStyleCnt="0"/>
      <dgm:spPr/>
    </dgm:pt>
    <dgm:pt modelId="{7FDD10E6-5F94-4532-8837-1CE0C2E13AE6}" type="pres">
      <dgm:prSet presAssocID="{412A9440-A6C1-4125-9E3F-86054FD99DB3}" presName="hierChild5" presStyleCnt="0"/>
      <dgm:spPr/>
    </dgm:pt>
    <dgm:pt modelId="{9DB4F5A2-CFF0-4844-95D0-4088F64ADA2D}" type="pres">
      <dgm:prSet presAssocID="{FE02AE1F-44A1-4996-BB9E-5DF392B937C5}" presName="Name37" presStyleLbl="parChTrans1D2" presStyleIdx="1" presStyleCnt="3"/>
      <dgm:spPr/>
    </dgm:pt>
    <dgm:pt modelId="{42F4C979-1406-47B1-AB23-31E4639E5642}" type="pres">
      <dgm:prSet presAssocID="{124EE915-62A5-4753-BB3E-8C26334FD97A}" presName="hierRoot2" presStyleCnt="0">
        <dgm:presLayoutVars>
          <dgm:hierBranch val="init"/>
        </dgm:presLayoutVars>
      </dgm:prSet>
      <dgm:spPr/>
    </dgm:pt>
    <dgm:pt modelId="{9E2D5B21-F5FB-41A3-A181-B9C90BEE3A93}" type="pres">
      <dgm:prSet presAssocID="{124EE915-62A5-4753-BB3E-8C26334FD97A}" presName="rootComposite" presStyleCnt="0"/>
      <dgm:spPr/>
    </dgm:pt>
    <dgm:pt modelId="{CDB90DCD-7402-4F94-8549-A9C0C4CC3AF3}" type="pres">
      <dgm:prSet presAssocID="{124EE915-62A5-4753-BB3E-8C26334FD97A}" presName="rootText" presStyleLbl="node2" presStyleIdx="1" presStyleCnt="3">
        <dgm:presLayoutVars>
          <dgm:chPref val="3"/>
        </dgm:presLayoutVars>
      </dgm:prSet>
      <dgm:spPr/>
    </dgm:pt>
    <dgm:pt modelId="{B5AA0262-76A9-4921-A730-72C03F7A5010}" type="pres">
      <dgm:prSet presAssocID="{124EE915-62A5-4753-BB3E-8C26334FD97A}" presName="rootConnector" presStyleLbl="node2" presStyleIdx="1" presStyleCnt="3"/>
      <dgm:spPr/>
    </dgm:pt>
    <dgm:pt modelId="{6B6AEC57-CD5A-4750-904C-94E9F84C9D9C}" type="pres">
      <dgm:prSet presAssocID="{124EE915-62A5-4753-BB3E-8C26334FD97A}" presName="hierChild4" presStyleCnt="0"/>
      <dgm:spPr/>
    </dgm:pt>
    <dgm:pt modelId="{5DD0878F-5794-4C3E-9C36-C846A527822D}" type="pres">
      <dgm:prSet presAssocID="{124EE915-62A5-4753-BB3E-8C26334FD97A}" presName="hierChild5" presStyleCnt="0"/>
      <dgm:spPr/>
    </dgm:pt>
    <dgm:pt modelId="{E30BAD99-84DD-4DB0-BF44-B9B15D254AC6}" type="pres">
      <dgm:prSet presAssocID="{0D0EF35B-5963-4315-8EDC-BB18453A98A5}" presName="Name37" presStyleLbl="parChTrans1D2" presStyleIdx="2" presStyleCnt="3"/>
      <dgm:spPr/>
    </dgm:pt>
    <dgm:pt modelId="{C2D03702-18F3-494B-A55D-7BEDC2A9FA7F}" type="pres">
      <dgm:prSet presAssocID="{CE5EFD10-9ADF-4E40-BE94-FEFF8BFB308E}" presName="hierRoot2" presStyleCnt="0">
        <dgm:presLayoutVars>
          <dgm:hierBranch val="init"/>
        </dgm:presLayoutVars>
      </dgm:prSet>
      <dgm:spPr/>
    </dgm:pt>
    <dgm:pt modelId="{01D6217E-FE96-4D01-8511-95C4182FF1E1}" type="pres">
      <dgm:prSet presAssocID="{CE5EFD10-9ADF-4E40-BE94-FEFF8BFB308E}" presName="rootComposite" presStyleCnt="0"/>
      <dgm:spPr/>
    </dgm:pt>
    <dgm:pt modelId="{0572E027-7DF2-4822-A601-951DC71C5E00}" type="pres">
      <dgm:prSet presAssocID="{CE5EFD10-9ADF-4E40-BE94-FEFF8BFB308E}" presName="rootText" presStyleLbl="node2" presStyleIdx="2" presStyleCnt="3">
        <dgm:presLayoutVars>
          <dgm:chPref val="3"/>
        </dgm:presLayoutVars>
      </dgm:prSet>
      <dgm:spPr/>
    </dgm:pt>
    <dgm:pt modelId="{52EDCA7E-45AE-454A-B120-5000896A9208}" type="pres">
      <dgm:prSet presAssocID="{CE5EFD10-9ADF-4E40-BE94-FEFF8BFB308E}" presName="rootConnector" presStyleLbl="node2" presStyleIdx="2" presStyleCnt="3"/>
      <dgm:spPr/>
    </dgm:pt>
    <dgm:pt modelId="{A2491B69-17DE-40F0-AFA1-DB73BE75BC1E}" type="pres">
      <dgm:prSet presAssocID="{CE5EFD10-9ADF-4E40-BE94-FEFF8BFB308E}" presName="hierChild4" presStyleCnt="0"/>
      <dgm:spPr/>
    </dgm:pt>
    <dgm:pt modelId="{A14499B5-2525-471E-8E87-7225A064394F}" type="pres">
      <dgm:prSet presAssocID="{CE5EFD10-9ADF-4E40-BE94-FEFF8BFB308E}" presName="hierChild5" presStyleCnt="0"/>
      <dgm:spPr/>
    </dgm:pt>
    <dgm:pt modelId="{7F4E83A0-DE3B-4C55-A4EA-59A1DDCCBD05}" type="pres">
      <dgm:prSet presAssocID="{BEDE324B-B64E-47CF-88B9-A955493131B4}" presName="hierChild3" presStyleCnt="0"/>
      <dgm:spPr/>
    </dgm:pt>
  </dgm:ptLst>
  <dgm:cxnLst>
    <dgm:cxn modelId="{53F68B05-0716-4F53-834C-0157E731011C}" type="presOf" srcId="{412A9440-A6C1-4125-9E3F-86054FD99DB3}" destId="{C5A58F71-A1A2-4867-AD57-85084B4F3B0B}" srcOrd="0" destOrd="0" presId="urn:microsoft.com/office/officeart/2005/8/layout/orgChart1"/>
    <dgm:cxn modelId="{88C8060D-BD50-46E5-B158-DE5D14A250D1}" srcId="{BEDE324B-B64E-47CF-88B9-A955493131B4}" destId="{412A9440-A6C1-4125-9E3F-86054FD99DB3}" srcOrd="0" destOrd="0" parTransId="{7374BA53-961D-4B74-B039-91ECAA6000D6}" sibTransId="{3C4C3C63-E39C-4B0C-A553-A5581CF29C9C}"/>
    <dgm:cxn modelId="{E5C3170D-05D2-4F77-8335-FA472ED5AE52}" type="presOf" srcId="{CE5EFD10-9ADF-4E40-BE94-FEFF8BFB308E}" destId="{52EDCA7E-45AE-454A-B120-5000896A9208}" srcOrd="1" destOrd="0" presId="urn:microsoft.com/office/officeart/2005/8/layout/orgChart1"/>
    <dgm:cxn modelId="{01D6D229-9821-4A35-BBDE-A9193067EDCA}" type="presOf" srcId="{FE02AE1F-44A1-4996-BB9E-5DF392B937C5}" destId="{9DB4F5A2-CFF0-4844-95D0-4088F64ADA2D}" srcOrd="0" destOrd="0" presId="urn:microsoft.com/office/officeart/2005/8/layout/orgChart1"/>
    <dgm:cxn modelId="{A02B602D-8C42-4B57-BA80-03EC9C89BFE2}" type="presOf" srcId="{7374BA53-961D-4B74-B039-91ECAA6000D6}" destId="{144C4024-1697-4069-BA41-A807CE56BB68}" srcOrd="0" destOrd="0" presId="urn:microsoft.com/office/officeart/2005/8/layout/orgChart1"/>
    <dgm:cxn modelId="{B26F5139-81E7-4C17-B4A3-FC4E0DD9A8B2}" type="presOf" srcId="{124EE915-62A5-4753-BB3E-8C26334FD97A}" destId="{B5AA0262-76A9-4921-A730-72C03F7A5010}" srcOrd="1" destOrd="0" presId="urn:microsoft.com/office/officeart/2005/8/layout/orgChart1"/>
    <dgm:cxn modelId="{FA4D8440-B2F4-463B-9097-2AF13C9523EF}" srcId="{BEDE324B-B64E-47CF-88B9-A955493131B4}" destId="{CE5EFD10-9ADF-4E40-BE94-FEFF8BFB308E}" srcOrd="2" destOrd="0" parTransId="{0D0EF35B-5963-4315-8EDC-BB18453A98A5}" sibTransId="{36F82C3E-361C-4129-9848-513362242B8A}"/>
    <dgm:cxn modelId="{5567FD44-E9E6-4415-928C-D1FBCFEC8F5E}" type="presOf" srcId="{3C0BA42E-107D-4446-B879-0808F4E84654}" destId="{8A5EA4DC-94BE-4A99-A913-6F16876BCA24}" srcOrd="0" destOrd="0" presId="urn:microsoft.com/office/officeart/2005/8/layout/orgChart1"/>
    <dgm:cxn modelId="{D3D0B966-28B0-4D82-B720-3E106318E677}" srcId="{3C0BA42E-107D-4446-B879-0808F4E84654}" destId="{BEDE324B-B64E-47CF-88B9-A955493131B4}" srcOrd="0" destOrd="0" parTransId="{025F6B70-7C68-4098-A16D-6DA4D1C3E34C}" sibTransId="{ECE2E3A6-3C03-4C35-BCF3-1C094E522014}"/>
    <dgm:cxn modelId="{49C0FE6B-51A7-489E-A1C5-672C76AB0746}" type="presOf" srcId="{BEDE324B-B64E-47CF-88B9-A955493131B4}" destId="{2A44E69F-1ABE-42E4-B9CC-294361F52B43}" srcOrd="1" destOrd="0" presId="urn:microsoft.com/office/officeart/2005/8/layout/orgChart1"/>
    <dgm:cxn modelId="{90A58B4E-69F0-4802-822E-D1BF7627C403}" type="presOf" srcId="{BEDE324B-B64E-47CF-88B9-A955493131B4}" destId="{3421F357-0D60-4F61-924E-B47D75A74CA5}" srcOrd="0" destOrd="0" presId="urn:microsoft.com/office/officeart/2005/8/layout/orgChart1"/>
    <dgm:cxn modelId="{DDCCCE70-4680-4FE1-AD9E-72C68DE61EDC}" type="presOf" srcId="{412A9440-A6C1-4125-9E3F-86054FD99DB3}" destId="{9769A23F-78BF-4D5E-9F45-7A691047852F}" srcOrd="1" destOrd="0" presId="urn:microsoft.com/office/officeart/2005/8/layout/orgChart1"/>
    <dgm:cxn modelId="{3FC85F8B-6204-47E4-9FD1-995EED701241}" type="presOf" srcId="{124EE915-62A5-4753-BB3E-8C26334FD97A}" destId="{CDB90DCD-7402-4F94-8549-A9C0C4CC3AF3}" srcOrd="0" destOrd="0" presId="urn:microsoft.com/office/officeart/2005/8/layout/orgChart1"/>
    <dgm:cxn modelId="{EE956091-0B58-4728-9205-D7F1B764D24E}" type="presOf" srcId="{0D0EF35B-5963-4315-8EDC-BB18453A98A5}" destId="{E30BAD99-84DD-4DB0-BF44-B9B15D254AC6}" srcOrd="0" destOrd="0" presId="urn:microsoft.com/office/officeart/2005/8/layout/orgChart1"/>
    <dgm:cxn modelId="{19B408F6-1811-43E7-93C4-05C60A11ABEF}" type="presOf" srcId="{CE5EFD10-9ADF-4E40-BE94-FEFF8BFB308E}" destId="{0572E027-7DF2-4822-A601-951DC71C5E00}" srcOrd="0" destOrd="0" presId="urn:microsoft.com/office/officeart/2005/8/layout/orgChart1"/>
    <dgm:cxn modelId="{4E4719FB-A10D-4B49-9FD3-C0B530E559BF}" srcId="{BEDE324B-B64E-47CF-88B9-A955493131B4}" destId="{124EE915-62A5-4753-BB3E-8C26334FD97A}" srcOrd="1" destOrd="0" parTransId="{FE02AE1F-44A1-4996-BB9E-5DF392B937C5}" sibTransId="{43977271-75AA-49ED-8F43-870CDD0E1FAB}"/>
    <dgm:cxn modelId="{473B2E17-1F80-4145-A21F-842984DBB451}" type="presParOf" srcId="{8A5EA4DC-94BE-4A99-A913-6F16876BCA24}" destId="{CEE0AF80-5856-490F-97A3-280843C0D654}" srcOrd="0" destOrd="0" presId="urn:microsoft.com/office/officeart/2005/8/layout/orgChart1"/>
    <dgm:cxn modelId="{4B246E74-442A-4C68-80B4-417CC7C50105}" type="presParOf" srcId="{CEE0AF80-5856-490F-97A3-280843C0D654}" destId="{20E98272-F4F7-4EB2-B802-0520B66E8522}" srcOrd="0" destOrd="0" presId="urn:microsoft.com/office/officeart/2005/8/layout/orgChart1"/>
    <dgm:cxn modelId="{5D752E92-6132-414C-9AFC-712B90796D0A}" type="presParOf" srcId="{20E98272-F4F7-4EB2-B802-0520B66E8522}" destId="{3421F357-0D60-4F61-924E-B47D75A74CA5}" srcOrd="0" destOrd="0" presId="urn:microsoft.com/office/officeart/2005/8/layout/orgChart1"/>
    <dgm:cxn modelId="{4B37D2F9-97F5-4631-86BF-C6A2C8165772}" type="presParOf" srcId="{20E98272-F4F7-4EB2-B802-0520B66E8522}" destId="{2A44E69F-1ABE-42E4-B9CC-294361F52B43}" srcOrd="1" destOrd="0" presId="urn:microsoft.com/office/officeart/2005/8/layout/orgChart1"/>
    <dgm:cxn modelId="{CDFD368C-81E2-4E18-85C5-2270C6F4F790}" type="presParOf" srcId="{CEE0AF80-5856-490F-97A3-280843C0D654}" destId="{8676F9AF-369C-41C4-97E4-97EC8DC34018}" srcOrd="1" destOrd="0" presId="urn:microsoft.com/office/officeart/2005/8/layout/orgChart1"/>
    <dgm:cxn modelId="{A8A38CEF-7F5C-4F51-B2D3-C405CF857B7B}" type="presParOf" srcId="{8676F9AF-369C-41C4-97E4-97EC8DC34018}" destId="{144C4024-1697-4069-BA41-A807CE56BB68}" srcOrd="0" destOrd="0" presId="urn:microsoft.com/office/officeart/2005/8/layout/orgChart1"/>
    <dgm:cxn modelId="{57DAEAEE-B7DF-4828-BD48-608868898B48}" type="presParOf" srcId="{8676F9AF-369C-41C4-97E4-97EC8DC34018}" destId="{81D28340-9E93-4BB4-AB85-1E7FCC10BB93}" srcOrd="1" destOrd="0" presId="urn:microsoft.com/office/officeart/2005/8/layout/orgChart1"/>
    <dgm:cxn modelId="{EC966C06-49FD-414C-BD9A-7F110D0D41A3}" type="presParOf" srcId="{81D28340-9E93-4BB4-AB85-1E7FCC10BB93}" destId="{ADFFA115-D689-484A-8D61-6715868E19B8}" srcOrd="0" destOrd="0" presId="urn:microsoft.com/office/officeart/2005/8/layout/orgChart1"/>
    <dgm:cxn modelId="{9B787556-F18F-44B3-9EB7-907CC0705487}" type="presParOf" srcId="{ADFFA115-D689-484A-8D61-6715868E19B8}" destId="{C5A58F71-A1A2-4867-AD57-85084B4F3B0B}" srcOrd="0" destOrd="0" presId="urn:microsoft.com/office/officeart/2005/8/layout/orgChart1"/>
    <dgm:cxn modelId="{CADE4275-A9E2-4FD9-B0C6-3DB39AC7B3A9}" type="presParOf" srcId="{ADFFA115-D689-484A-8D61-6715868E19B8}" destId="{9769A23F-78BF-4D5E-9F45-7A691047852F}" srcOrd="1" destOrd="0" presId="urn:microsoft.com/office/officeart/2005/8/layout/orgChart1"/>
    <dgm:cxn modelId="{45569F90-CD8C-4393-9998-E3DDF4EE1CE8}" type="presParOf" srcId="{81D28340-9E93-4BB4-AB85-1E7FCC10BB93}" destId="{D87D3338-FC02-4F72-AC72-ED2AE0033812}" srcOrd="1" destOrd="0" presId="urn:microsoft.com/office/officeart/2005/8/layout/orgChart1"/>
    <dgm:cxn modelId="{C1EB1D93-7546-4EF2-910C-01BB5B2C84AE}" type="presParOf" srcId="{81D28340-9E93-4BB4-AB85-1E7FCC10BB93}" destId="{7FDD10E6-5F94-4532-8837-1CE0C2E13AE6}" srcOrd="2" destOrd="0" presId="urn:microsoft.com/office/officeart/2005/8/layout/orgChart1"/>
    <dgm:cxn modelId="{A2F9C887-C54A-4855-B3CE-0B2699A22364}" type="presParOf" srcId="{8676F9AF-369C-41C4-97E4-97EC8DC34018}" destId="{9DB4F5A2-CFF0-4844-95D0-4088F64ADA2D}" srcOrd="2" destOrd="0" presId="urn:microsoft.com/office/officeart/2005/8/layout/orgChart1"/>
    <dgm:cxn modelId="{173376AE-B32F-479E-808C-E80AA8510329}" type="presParOf" srcId="{8676F9AF-369C-41C4-97E4-97EC8DC34018}" destId="{42F4C979-1406-47B1-AB23-31E4639E5642}" srcOrd="3" destOrd="0" presId="urn:microsoft.com/office/officeart/2005/8/layout/orgChart1"/>
    <dgm:cxn modelId="{0FD353F4-FE8B-4C5A-8E85-52C04F89A386}" type="presParOf" srcId="{42F4C979-1406-47B1-AB23-31E4639E5642}" destId="{9E2D5B21-F5FB-41A3-A181-B9C90BEE3A93}" srcOrd="0" destOrd="0" presId="urn:microsoft.com/office/officeart/2005/8/layout/orgChart1"/>
    <dgm:cxn modelId="{2404449F-4A39-4526-9C62-2503C567ED3B}" type="presParOf" srcId="{9E2D5B21-F5FB-41A3-A181-B9C90BEE3A93}" destId="{CDB90DCD-7402-4F94-8549-A9C0C4CC3AF3}" srcOrd="0" destOrd="0" presId="urn:microsoft.com/office/officeart/2005/8/layout/orgChart1"/>
    <dgm:cxn modelId="{F39464E7-721E-45F4-A6F6-C48113AC2537}" type="presParOf" srcId="{9E2D5B21-F5FB-41A3-A181-B9C90BEE3A93}" destId="{B5AA0262-76A9-4921-A730-72C03F7A5010}" srcOrd="1" destOrd="0" presId="urn:microsoft.com/office/officeart/2005/8/layout/orgChart1"/>
    <dgm:cxn modelId="{67919491-1FE0-424A-B3F5-B3E978723687}" type="presParOf" srcId="{42F4C979-1406-47B1-AB23-31E4639E5642}" destId="{6B6AEC57-CD5A-4750-904C-94E9F84C9D9C}" srcOrd="1" destOrd="0" presId="urn:microsoft.com/office/officeart/2005/8/layout/orgChart1"/>
    <dgm:cxn modelId="{B30921CF-8F79-4218-BE7F-48EFEADE2BB4}" type="presParOf" srcId="{42F4C979-1406-47B1-AB23-31E4639E5642}" destId="{5DD0878F-5794-4C3E-9C36-C846A527822D}" srcOrd="2" destOrd="0" presId="urn:microsoft.com/office/officeart/2005/8/layout/orgChart1"/>
    <dgm:cxn modelId="{AF03BD5F-65D2-499C-9F45-120A2235D926}" type="presParOf" srcId="{8676F9AF-369C-41C4-97E4-97EC8DC34018}" destId="{E30BAD99-84DD-4DB0-BF44-B9B15D254AC6}" srcOrd="4" destOrd="0" presId="urn:microsoft.com/office/officeart/2005/8/layout/orgChart1"/>
    <dgm:cxn modelId="{10B4B676-A831-4347-983D-A368F10E2FF8}" type="presParOf" srcId="{8676F9AF-369C-41C4-97E4-97EC8DC34018}" destId="{C2D03702-18F3-494B-A55D-7BEDC2A9FA7F}" srcOrd="5" destOrd="0" presId="urn:microsoft.com/office/officeart/2005/8/layout/orgChart1"/>
    <dgm:cxn modelId="{935B37C1-FF49-4CBC-B2B7-D8B38B1CD683}" type="presParOf" srcId="{C2D03702-18F3-494B-A55D-7BEDC2A9FA7F}" destId="{01D6217E-FE96-4D01-8511-95C4182FF1E1}" srcOrd="0" destOrd="0" presId="urn:microsoft.com/office/officeart/2005/8/layout/orgChart1"/>
    <dgm:cxn modelId="{9896721D-CB10-4718-B34B-AE854C4E1443}" type="presParOf" srcId="{01D6217E-FE96-4D01-8511-95C4182FF1E1}" destId="{0572E027-7DF2-4822-A601-951DC71C5E00}" srcOrd="0" destOrd="0" presId="urn:microsoft.com/office/officeart/2005/8/layout/orgChart1"/>
    <dgm:cxn modelId="{C12DC8E5-35C3-48E1-95B7-5DB6AF824539}" type="presParOf" srcId="{01D6217E-FE96-4D01-8511-95C4182FF1E1}" destId="{52EDCA7E-45AE-454A-B120-5000896A9208}" srcOrd="1" destOrd="0" presId="urn:microsoft.com/office/officeart/2005/8/layout/orgChart1"/>
    <dgm:cxn modelId="{50FDCDC6-45CA-41E5-A429-6B2D8865430E}" type="presParOf" srcId="{C2D03702-18F3-494B-A55D-7BEDC2A9FA7F}" destId="{A2491B69-17DE-40F0-AFA1-DB73BE75BC1E}" srcOrd="1" destOrd="0" presId="urn:microsoft.com/office/officeart/2005/8/layout/orgChart1"/>
    <dgm:cxn modelId="{88ED86DD-C75F-4EE0-AF18-71AC949BAF8D}" type="presParOf" srcId="{C2D03702-18F3-494B-A55D-7BEDC2A9FA7F}" destId="{A14499B5-2525-471E-8E87-7225A064394F}" srcOrd="2" destOrd="0" presId="urn:microsoft.com/office/officeart/2005/8/layout/orgChart1"/>
    <dgm:cxn modelId="{1A20E968-923D-4FA9-9114-EB880573E751}" type="presParOf" srcId="{CEE0AF80-5856-490F-97A3-280843C0D654}" destId="{7F4E83A0-DE3B-4C55-A4EA-59A1DDCCBD0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2610A8-F282-44C2-A769-CDFC8859D300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B01F49D3-94F4-4843-A7F8-E1E5B43111FA}">
      <dgm:prSet phldrT="[텍스트]" phldr="0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Tick_PrePhysics</a:t>
          </a:r>
          <a:endParaRPr lang="ko-KR" altLang="en-US" dirty="0"/>
        </a:p>
      </dgm:t>
    </dgm:pt>
    <dgm:pt modelId="{379633C1-055F-48D3-9E50-8F0D2EC2FC96}" type="parTrans" cxnId="{FDCEC3E6-1193-4945-ACCB-22B58B394ED8}">
      <dgm:prSet/>
      <dgm:spPr/>
    </dgm:pt>
    <dgm:pt modelId="{62B8AB0C-B3C7-4394-A49A-1699ED7EF955}" type="sibTrans" cxnId="{FDCEC3E6-1193-4945-ACCB-22B58B394ED8}">
      <dgm:prSet/>
      <dgm:spPr/>
      <dgm:t>
        <a:bodyPr/>
        <a:lstStyle/>
        <a:p>
          <a:pPr latinLnBrk="1"/>
          <a:endParaRPr lang="ko-KR" altLang="en-US"/>
        </a:p>
      </dgm:t>
    </dgm:pt>
    <dgm:pt modelId="{26F3841F-1CC7-47B8-8BDC-8CB2BBB2853D}">
      <dgm:prSet phldrT="[텍스트]" phldr="0"/>
      <dgm:spPr/>
      <dgm:t>
        <a:bodyPr/>
        <a:lstStyle/>
        <a:p>
          <a:pPr rtl="0" latinLnBrk="1"/>
          <a:r>
            <a:rPr lang="ko-KR" altLang="en-US" dirty="0" err="1">
              <a:latin typeface="맑은 고딕" panose="020F0302020204030204"/>
            </a:rPr>
            <a:t>Update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to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Jolt</a:t>
          </a:r>
          <a:endParaRPr lang="ko-KR" altLang="en-US" dirty="0"/>
        </a:p>
      </dgm:t>
    </dgm:pt>
    <dgm:pt modelId="{18B39A7E-97CF-4C4E-A7E1-1A2BD5CF03D4}" type="parTrans" cxnId="{DF0E7F1D-2AA7-49AB-A17E-9A7231AA15D0}">
      <dgm:prSet/>
      <dgm:spPr/>
    </dgm:pt>
    <dgm:pt modelId="{4BE1CB44-CC8F-4986-AE6D-EBC8CDB04B6A}" type="sibTrans" cxnId="{DF0E7F1D-2AA7-49AB-A17E-9A7231AA15D0}">
      <dgm:prSet/>
      <dgm:spPr/>
      <dgm:t>
        <a:bodyPr/>
        <a:lstStyle/>
        <a:p>
          <a:pPr latinLnBrk="1"/>
          <a:endParaRPr lang="ko-KR" altLang="en-US"/>
        </a:p>
      </dgm:t>
    </dgm:pt>
    <dgm:pt modelId="{85373A40-7A2C-4B93-82EE-2B0FE943888B}">
      <dgm:prSet phldrT="[텍스트]" phldr="0"/>
      <dgm:spPr/>
      <dgm:t>
        <a:bodyPr/>
        <a:lstStyle/>
        <a:p>
          <a:pPr rtl="0" latinLnBrk="1"/>
          <a:r>
            <a:rPr lang="ko-KR" altLang="en-US" dirty="0">
              <a:latin typeface="맑은 고딕" panose="020F0302020204030204"/>
            </a:rPr>
            <a:t>Simulate Physics</a:t>
          </a:r>
          <a:endParaRPr lang="ko-KR" altLang="en-US" dirty="0"/>
        </a:p>
      </dgm:t>
    </dgm:pt>
    <dgm:pt modelId="{953751BB-8C0F-49B4-BCD8-D5DEC6DE3044}" type="parTrans" cxnId="{8E547320-904E-48CF-A591-EE0C37EB51CE}">
      <dgm:prSet/>
      <dgm:spPr/>
    </dgm:pt>
    <dgm:pt modelId="{2DA7AD91-DDBD-4081-8BCD-DB74D1C25C6B}" type="sibTrans" cxnId="{8E547320-904E-48CF-A591-EE0C37EB51CE}">
      <dgm:prSet/>
      <dgm:spPr/>
      <dgm:t>
        <a:bodyPr/>
        <a:lstStyle/>
        <a:p>
          <a:pPr latinLnBrk="1"/>
          <a:endParaRPr lang="ko-KR" altLang="en-US"/>
        </a:p>
      </dgm:t>
    </dgm:pt>
    <dgm:pt modelId="{560AEF56-7AF7-4886-8CF3-A1BDE137D961}">
      <dgm:prSet phldr="0"/>
      <dgm:spPr/>
      <dgm:t>
        <a:bodyPr/>
        <a:lstStyle/>
        <a:p>
          <a:pPr rtl="0" latinLnBrk="1"/>
          <a:r>
            <a:rPr lang="ko-KR" altLang="en-US" dirty="0">
              <a:latin typeface="맑은 고딕" panose="020F0302020204030204"/>
            </a:rPr>
            <a:t>Update from Jolt</a:t>
          </a:r>
        </a:p>
      </dgm:t>
    </dgm:pt>
    <dgm:pt modelId="{20ED8646-43B2-42B3-B0CD-F8D2A2BB5FCE}" type="parTrans" cxnId="{08C27B18-09DC-430E-8C96-1E937E443408}">
      <dgm:prSet/>
      <dgm:spPr/>
    </dgm:pt>
    <dgm:pt modelId="{E1CF4880-1BB0-44F3-9168-7B7131185AD1}" type="sibTrans" cxnId="{08C27B18-09DC-430E-8C96-1E937E443408}">
      <dgm:prSet/>
      <dgm:spPr/>
      <dgm:t>
        <a:bodyPr/>
        <a:lstStyle/>
        <a:p>
          <a:pPr latinLnBrk="1"/>
          <a:endParaRPr lang="ko-KR" altLang="en-US"/>
        </a:p>
      </dgm:t>
    </dgm:pt>
    <dgm:pt modelId="{013C2257-8BFF-4772-8246-9A7DB8460488}" type="pres">
      <dgm:prSet presAssocID="{662610A8-F282-44C2-A769-CDFC8859D300}" presName="linearFlow" presStyleCnt="0">
        <dgm:presLayoutVars>
          <dgm:resizeHandles val="exact"/>
        </dgm:presLayoutVars>
      </dgm:prSet>
      <dgm:spPr/>
    </dgm:pt>
    <dgm:pt modelId="{5C5D796F-6B2D-4D24-A1FA-F58CF79A2632}" type="pres">
      <dgm:prSet presAssocID="{B01F49D3-94F4-4843-A7F8-E1E5B43111FA}" presName="node" presStyleLbl="node1" presStyleIdx="0" presStyleCnt="4">
        <dgm:presLayoutVars>
          <dgm:bulletEnabled val="1"/>
        </dgm:presLayoutVars>
      </dgm:prSet>
      <dgm:spPr/>
    </dgm:pt>
    <dgm:pt modelId="{44C4EFB0-C00D-4C14-B76C-4EDC84AD1899}" type="pres">
      <dgm:prSet presAssocID="{62B8AB0C-B3C7-4394-A49A-1699ED7EF955}" presName="sibTrans" presStyleLbl="sibTrans2D1" presStyleIdx="0" presStyleCnt="3"/>
      <dgm:spPr/>
    </dgm:pt>
    <dgm:pt modelId="{579484DF-71ED-459E-BE92-539AC00C6E44}" type="pres">
      <dgm:prSet presAssocID="{62B8AB0C-B3C7-4394-A49A-1699ED7EF955}" presName="connectorText" presStyleLbl="sibTrans2D1" presStyleIdx="0" presStyleCnt="3"/>
      <dgm:spPr/>
    </dgm:pt>
    <dgm:pt modelId="{3517AFF9-F204-4411-B7C7-DBF3F80EB5C6}" type="pres">
      <dgm:prSet presAssocID="{26F3841F-1CC7-47B8-8BDC-8CB2BBB2853D}" presName="node" presStyleLbl="node1" presStyleIdx="1" presStyleCnt="4">
        <dgm:presLayoutVars>
          <dgm:bulletEnabled val="1"/>
        </dgm:presLayoutVars>
      </dgm:prSet>
      <dgm:spPr/>
    </dgm:pt>
    <dgm:pt modelId="{650800F4-D9B6-40EA-A3B2-58165BD61418}" type="pres">
      <dgm:prSet presAssocID="{4BE1CB44-CC8F-4986-AE6D-EBC8CDB04B6A}" presName="sibTrans" presStyleLbl="sibTrans2D1" presStyleIdx="1" presStyleCnt="3"/>
      <dgm:spPr/>
    </dgm:pt>
    <dgm:pt modelId="{9575DF2D-A3DD-441C-825D-7554B4088483}" type="pres">
      <dgm:prSet presAssocID="{4BE1CB44-CC8F-4986-AE6D-EBC8CDB04B6A}" presName="connectorText" presStyleLbl="sibTrans2D1" presStyleIdx="1" presStyleCnt="3"/>
      <dgm:spPr/>
    </dgm:pt>
    <dgm:pt modelId="{AA09A3F4-A06F-4E8E-9D04-FB3F8B371CD6}" type="pres">
      <dgm:prSet presAssocID="{85373A40-7A2C-4B93-82EE-2B0FE943888B}" presName="node" presStyleLbl="node1" presStyleIdx="2" presStyleCnt="4">
        <dgm:presLayoutVars>
          <dgm:bulletEnabled val="1"/>
        </dgm:presLayoutVars>
      </dgm:prSet>
      <dgm:spPr/>
    </dgm:pt>
    <dgm:pt modelId="{3AAA4BD2-7D61-4A0C-ADB9-480EE8105581}" type="pres">
      <dgm:prSet presAssocID="{2DA7AD91-DDBD-4081-8BCD-DB74D1C25C6B}" presName="sibTrans" presStyleLbl="sibTrans2D1" presStyleIdx="2" presStyleCnt="3"/>
      <dgm:spPr/>
    </dgm:pt>
    <dgm:pt modelId="{F6A1EF70-A272-42F4-BBD2-61BAA2E2C61F}" type="pres">
      <dgm:prSet presAssocID="{2DA7AD91-DDBD-4081-8BCD-DB74D1C25C6B}" presName="connectorText" presStyleLbl="sibTrans2D1" presStyleIdx="2" presStyleCnt="3"/>
      <dgm:spPr/>
    </dgm:pt>
    <dgm:pt modelId="{4DFB8138-619A-46BC-BFCC-0D26C8433A73}" type="pres">
      <dgm:prSet presAssocID="{560AEF56-7AF7-4886-8CF3-A1BDE137D961}" presName="node" presStyleLbl="node1" presStyleIdx="3" presStyleCnt="4">
        <dgm:presLayoutVars>
          <dgm:bulletEnabled val="1"/>
        </dgm:presLayoutVars>
      </dgm:prSet>
      <dgm:spPr/>
    </dgm:pt>
  </dgm:ptLst>
  <dgm:cxnLst>
    <dgm:cxn modelId="{2BF10A02-4D6F-4ACF-ABF7-971446C4C339}" type="presOf" srcId="{85373A40-7A2C-4B93-82EE-2B0FE943888B}" destId="{AA09A3F4-A06F-4E8E-9D04-FB3F8B371CD6}" srcOrd="0" destOrd="0" presId="urn:microsoft.com/office/officeart/2005/8/layout/process2"/>
    <dgm:cxn modelId="{7954210D-5425-4822-BF1A-E9550FDBC79F}" type="presOf" srcId="{4BE1CB44-CC8F-4986-AE6D-EBC8CDB04B6A}" destId="{650800F4-D9B6-40EA-A3B2-58165BD61418}" srcOrd="0" destOrd="0" presId="urn:microsoft.com/office/officeart/2005/8/layout/process2"/>
    <dgm:cxn modelId="{08C27B18-09DC-430E-8C96-1E937E443408}" srcId="{662610A8-F282-44C2-A769-CDFC8859D300}" destId="{560AEF56-7AF7-4886-8CF3-A1BDE137D961}" srcOrd="3" destOrd="0" parTransId="{20ED8646-43B2-42B3-B0CD-F8D2A2BB5FCE}" sibTransId="{E1CF4880-1BB0-44F3-9168-7B7131185AD1}"/>
    <dgm:cxn modelId="{DF0E7F1D-2AA7-49AB-A17E-9A7231AA15D0}" srcId="{662610A8-F282-44C2-A769-CDFC8859D300}" destId="{26F3841F-1CC7-47B8-8BDC-8CB2BBB2853D}" srcOrd="1" destOrd="0" parTransId="{18B39A7E-97CF-4C4E-A7E1-1A2BD5CF03D4}" sibTransId="{4BE1CB44-CC8F-4986-AE6D-EBC8CDB04B6A}"/>
    <dgm:cxn modelId="{8E547320-904E-48CF-A591-EE0C37EB51CE}" srcId="{662610A8-F282-44C2-A769-CDFC8859D300}" destId="{85373A40-7A2C-4B93-82EE-2B0FE943888B}" srcOrd="2" destOrd="0" parTransId="{953751BB-8C0F-49B4-BCD8-D5DEC6DE3044}" sibTransId="{2DA7AD91-DDBD-4081-8BCD-DB74D1C25C6B}"/>
    <dgm:cxn modelId="{E156BD20-0C82-4302-86BD-1856A4B6F694}" type="presOf" srcId="{2DA7AD91-DDBD-4081-8BCD-DB74D1C25C6B}" destId="{F6A1EF70-A272-42F4-BBD2-61BAA2E2C61F}" srcOrd="1" destOrd="0" presId="urn:microsoft.com/office/officeart/2005/8/layout/process2"/>
    <dgm:cxn modelId="{CF533238-38A7-4097-B3B7-AA5CBFAE2F0C}" type="presOf" srcId="{B01F49D3-94F4-4843-A7F8-E1E5B43111FA}" destId="{5C5D796F-6B2D-4D24-A1FA-F58CF79A2632}" srcOrd="0" destOrd="0" presId="urn:microsoft.com/office/officeart/2005/8/layout/process2"/>
    <dgm:cxn modelId="{AE17C668-5D6B-4071-AA4E-0009B0C3FA9F}" type="presOf" srcId="{560AEF56-7AF7-4886-8CF3-A1BDE137D961}" destId="{4DFB8138-619A-46BC-BFCC-0D26C8433A73}" srcOrd="0" destOrd="0" presId="urn:microsoft.com/office/officeart/2005/8/layout/process2"/>
    <dgm:cxn modelId="{EE963A69-0B41-4C55-AE4F-6F7A8D4ED95A}" type="presOf" srcId="{62B8AB0C-B3C7-4394-A49A-1699ED7EF955}" destId="{579484DF-71ED-459E-BE92-539AC00C6E44}" srcOrd="1" destOrd="0" presId="urn:microsoft.com/office/officeart/2005/8/layout/process2"/>
    <dgm:cxn modelId="{C2911D4C-579C-4171-8400-FB36B09636D5}" type="presOf" srcId="{662610A8-F282-44C2-A769-CDFC8859D300}" destId="{013C2257-8BFF-4772-8246-9A7DB8460488}" srcOrd="0" destOrd="0" presId="urn:microsoft.com/office/officeart/2005/8/layout/process2"/>
    <dgm:cxn modelId="{D6CEAD70-0BE0-4EE8-86F3-8B2AC80F6A7D}" type="presOf" srcId="{4BE1CB44-CC8F-4986-AE6D-EBC8CDB04B6A}" destId="{9575DF2D-A3DD-441C-825D-7554B4088483}" srcOrd="1" destOrd="0" presId="urn:microsoft.com/office/officeart/2005/8/layout/process2"/>
    <dgm:cxn modelId="{10D6EC7E-D2CF-433B-A6E8-11A6B10938A9}" type="presOf" srcId="{62B8AB0C-B3C7-4394-A49A-1699ED7EF955}" destId="{44C4EFB0-C00D-4C14-B76C-4EDC84AD1899}" srcOrd="0" destOrd="0" presId="urn:microsoft.com/office/officeart/2005/8/layout/process2"/>
    <dgm:cxn modelId="{514EE2E5-56CF-4295-8531-333A94CBA8A7}" type="presOf" srcId="{2DA7AD91-DDBD-4081-8BCD-DB74D1C25C6B}" destId="{3AAA4BD2-7D61-4A0C-ADB9-480EE8105581}" srcOrd="0" destOrd="0" presId="urn:microsoft.com/office/officeart/2005/8/layout/process2"/>
    <dgm:cxn modelId="{FDCEC3E6-1193-4945-ACCB-22B58B394ED8}" srcId="{662610A8-F282-44C2-A769-CDFC8859D300}" destId="{B01F49D3-94F4-4843-A7F8-E1E5B43111FA}" srcOrd="0" destOrd="0" parTransId="{379633C1-055F-48D3-9E50-8F0D2EC2FC96}" sibTransId="{62B8AB0C-B3C7-4394-A49A-1699ED7EF955}"/>
    <dgm:cxn modelId="{8DC4BDEF-2E13-4E49-856C-E0720C3A8851}" type="presOf" srcId="{26F3841F-1CC7-47B8-8BDC-8CB2BBB2853D}" destId="{3517AFF9-F204-4411-B7C7-DBF3F80EB5C6}" srcOrd="0" destOrd="0" presId="urn:microsoft.com/office/officeart/2005/8/layout/process2"/>
    <dgm:cxn modelId="{76F3B7A9-9302-46A3-BE84-9AF98BD125EF}" type="presParOf" srcId="{013C2257-8BFF-4772-8246-9A7DB8460488}" destId="{5C5D796F-6B2D-4D24-A1FA-F58CF79A2632}" srcOrd="0" destOrd="0" presId="urn:microsoft.com/office/officeart/2005/8/layout/process2"/>
    <dgm:cxn modelId="{B776329F-64FB-403C-B448-78E238D99D97}" type="presParOf" srcId="{013C2257-8BFF-4772-8246-9A7DB8460488}" destId="{44C4EFB0-C00D-4C14-B76C-4EDC84AD1899}" srcOrd="1" destOrd="0" presId="urn:microsoft.com/office/officeart/2005/8/layout/process2"/>
    <dgm:cxn modelId="{40A99B3D-86DD-4778-AB92-51D9FE4775AD}" type="presParOf" srcId="{44C4EFB0-C00D-4C14-B76C-4EDC84AD1899}" destId="{579484DF-71ED-459E-BE92-539AC00C6E44}" srcOrd="0" destOrd="0" presId="urn:microsoft.com/office/officeart/2005/8/layout/process2"/>
    <dgm:cxn modelId="{7709179B-CC42-4B3D-97F6-9FF8DA119FAB}" type="presParOf" srcId="{013C2257-8BFF-4772-8246-9A7DB8460488}" destId="{3517AFF9-F204-4411-B7C7-DBF3F80EB5C6}" srcOrd="2" destOrd="0" presId="urn:microsoft.com/office/officeart/2005/8/layout/process2"/>
    <dgm:cxn modelId="{6078702D-43D9-433C-8716-6470D0D3DAF6}" type="presParOf" srcId="{013C2257-8BFF-4772-8246-9A7DB8460488}" destId="{650800F4-D9B6-40EA-A3B2-58165BD61418}" srcOrd="3" destOrd="0" presId="urn:microsoft.com/office/officeart/2005/8/layout/process2"/>
    <dgm:cxn modelId="{5A35B476-DD6E-4D84-BDA9-0CB5BA417D3B}" type="presParOf" srcId="{650800F4-D9B6-40EA-A3B2-58165BD61418}" destId="{9575DF2D-A3DD-441C-825D-7554B4088483}" srcOrd="0" destOrd="0" presId="urn:microsoft.com/office/officeart/2005/8/layout/process2"/>
    <dgm:cxn modelId="{8E5A16A1-33A4-4525-8A29-511CE04FF96A}" type="presParOf" srcId="{013C2257-8BFF-4772-8246-9A7DB8460488}" destId="{AA09A3F4-A06F-4E8E-9D04-FB3F8B371CD6}" srcOrd="4" destOrd="0" presId="urn:microsoft.com/office/officeart/2005/8/layout/process2"/>
    <dgm:cxn modelId="{4F4AC702-19DC-43BB-A7F4-6136B4447429}" type="presParOf" srcId="{013C2257-8BFF-4772-8246-9A7DB8460488}" destId="{3AAA4BD2-7D61-4A0C-ADB9-480EE8105581}" srcOrd="5" destOrd="0" presId="urn:microsoft.com/office/officeart/2005/8/layout/process2"/>
    <dgm:cxn modelId="{58A2962D-7CCF-483D-86BA-3DDC739635D0}" type="presParOf" srcId="{3AAA4BD2-7D61-4A0C-ADB9-480EE8105581}" destId="{F6A1EF70-A272-42F4-BBD2-61BAA2E2C61F}" srcOrd="0" destOrd="0" presId="urn:microsoft.com/office/officeart/2005/8/layout/process2"/>
    <dgm:cxn modelId="{16E6FCB1-204C-4C1E-964F-22D93542C084}" type="presParOf" srcId="{013C2257-8BFF-4772-8246-9A7DB8460488}" destId="{4DFB8138-619A-46BC-BFCC-0D26C8433A7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2610A8-F282-44C2-A769-CDFC8859D300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A8482ACA-7D93-4F15-BEC8-0EB686CF3A8B}">
      <dgm:prSet phldr="0"/>
      <dgm:spPr/>
      <dgm:t>
        <a:bodyPr/>
        <a:lstStyle/>
        <a:p>
          <a:pPr rtl="0" latinLnBrk="1"/>
          <a:r>
            <a:rPr lang="ko-KR" altLang="en-US" dirty="0" err="1">
              <a:latin typeface="맑은 고딕" panose="020F0302020204030204"/>
            </a:rPr>
            <a:t>Process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physics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events</a:t>
          </a:r>
          <a:br>
            <a:rPr lang="ko-KR" altLang="en-US" dirty="0">
              <a:latin typeface="맑은 고딕" panose="020F0302020204030204"/>
            </a:rPr>
          </a:br>
          <a:r>
            <a:rPr lang="ko-KR" altLang="en-US" dirty="0">
              <a:latin typeface="맑은 고딕" panose="020F0302020204030204"/>
            </a:rPr>
            <a:t>(</a:t>
          </a:r>
          <a:r>
            <a:rPr lang="ko-KR" altLang="en-US" dirty="0" err="1">
              <a:latin typeface="맑은 고딕" panose="020F0302020204030204"/>
            </a:rPr>
            <a:t>Hit</a:t>
          </a:r>
          <a:r>
            <a:rPr lang="ko-KR" altLang="en-US" dirty="0">
              <a:latin typeface="맑은 고딕" panose="020F0302020204030204"/>
            </a:rPr>
            <a:t>, </a:t>
          </a:r>
          <a:r>
            <a:rPr lang="ko-KR" altLang="en-US" dirty="0" err="1">
              <a:latin typeface="맑은 고딕" panose="020F0302020204030204"/>
            </a:rPr>
            <a:t>Overlap</a:t>
          </a:r>
          <a:r>
            <a:rPr lang="ko-KR" altLang="en-US" dirty="0">
              <a:latin typeface="맑은 고딕" panose="020F0302020204030204"/>
            </a:rPr>
            <a:t>...)</a:t>
          </a:r>
        </a:p>
      </dgm:t>
    </dgm:pt>
    <dgm:pt modelId="{CA90B9CF-456F-4931-9876-B593AD831E9F}" type="parTrans" cxnId="{5097790F-344D-4E68-93B8-C37E938EC740}">
      <dgm:prSet/>
      <dgm:spPr/>
    </dgm:pt>
    <dgm:pt modelId="{3EB6A57E-DDA8-4B8E-A87C-05BC926C6418}" type="sibTrans" cxnId="{5097790F-344D-4E68-93B8-C37E938EC740}">
      <dgm:prSet/>
      <dgm:spPr/>
      <dgm:t>
        <a:bodyPr/>
        <a:lstStyle/>
        <a:p>
          <a:pPr latinLnBrk="1"/>
          <a:endParaRPr lang="ko-KR" altLang="en-US"/>
        </a:p>
      </dgm:t>
    </dgm:pt>
    <dgm:pt modelId="{8E133462-E5BF-4271-8127-0577C8AF8E9A}">
      <dgm:prSet phldr="0"/>
      <dgm:spPr/>
      <dgm:t>
        <a:bodyPr/>
        <a:lstStyle/>
        <a:p>
          <a:pPr latinLnBrk="1"/>
          <a:r>
            <a:rPr lang="ko-KR" altLang="en-US" dirty="0">
              <a:latin typeface="맑은 고딕" panose="020F0302020204030204"/>
            </a:rPr>
            <a:t>Tick_PostPhysics</a:t>
          </a:r>
        </a:p>
      </dgm:t>
    </dgm:pt>
    <dgm:pt modelId="{05BB2808-EE9A-43C4-B914-A1129E62A6CA}" type="parTrans" cxnId="{977DC7C8-8872-47D3-9571-9FB728D5E236}">
      <dgm:prSet/>
      <dgm:spPr/>
    </dgm:pt>
    <dgm:pt modelId="{A2BD5AF1-46C2-4EFB-B3E1-43D3F2789A9A}" type="sibTrans" cxnId="{977DC7C8-8872-47D3-9571-9FB728D5E236}">
      <dgm:prSet/>
      <dgm:spPr/>
      <dgm:t>
        <a:bodyPr/>
        <a:lstStyle/>
        <a:p>
          <a:pPr latinLnBrk="1"/>
          <a:endParaRPr lang="ko-KR" altLang="en-US"/>
        </a:p>
      </dgm:t>
    </dgm:pt>
    <dgm:pt modelId="{EE2B95D1-8A79-4D1E-8AA6-2C6F7BF8E018}">
      <dgm:prSet phldr="0"/>
      <dgm:spPr/>
      <dgm:t>
        <a:bodyPr/>
        <a:lstStyle/>
        <a:p>
          <a:pPr rtl="0" latinLnBrk="1"/>
          <a:r>
            <a:rPr lang="ko-KR" altLang="en-US" dirty="0">
              <a:latin typeface="맑은 고딕" panose="020F0302020204030204"/>
            </a:rPr>
            <a:t>Flush destroy queue</a:t>
          </a:r>
        </a:p>
      </dgm:t>
    </dgm:pt>
    <dgm:pt modelId="{4CBB04B3-2590-481C-B6EF-32A9FE4D5FEB}" type="parTrans" cxnId="{97F48B69-8D28-4812-82E1-A9FB91F83718}">
      <dgm:prSet/>
      <dgm:spPr/>
    </dgm:pt>
    <dgm:pt modelId="{F50B4F39-F379-4205-A87C-B3DEBBC8E3AF}" type="sibTrans" cxnId="{97F48B69-8D28-4812-82E1-A9FB91F83718}">
      <dgm:prSet/>
      <dgm:spPr/>
      <dgm:t>
        <a:bodyPr/>
        <a:lstStyle/>
        <a:p>
          <a:pPr latinLnBrk="1"/>
          <a:endParaRPr lang="ko-KR" altLang="en-US"/>
        </a:p>
      </dgm:t>
    </dgm:pt>
    <dgm:pt modelId="{C2FBE21D-F8DA-45F7-A530-86FB501C76A0}">
      <dgm:prSet phldr="0"/>
      <dgm:spPr/>
      <dgm:t>
        <a:bodyPr/>
        <a:lstStyle/>
        <a:p>
          <a:pPr rtl="0" latinLnBrk="1"/>
          <a:r>
            <a:rPr lang="ko-KR" altLang="en-US" dirty="0" err="1">
              <a:latin typeface="맑은 고딕" panose="020F0302020204030204"/>
            </a:rPr>
            <a:t>Update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Render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items</a:t>
          </a:r>
        </a:p>
      </dgm:t>
    </dgm:pt>
    <dgm:pt modelId="{DEFBFF94-5178-435E-9CCC-5F2A0BD2ED6B}" type="parTrans" cxnId="{5EF739EB-5598-4D67-834E-1AC07FCD0A6A}">
      <dgm:prSet/>
      <dgm:spPr/>
    </dgm:pt>
    <dgm:pt modelId="{C59B6B1B-E889-43DF-9B42-6A4C03C8F773}" type="sibTrans" cxnId="{5EF739EB-5598-4D67-834E-1AC07FCD0A6A}">
      <dgm:prSet/>
      <dgm:spPr/>
    </dgm:pt>
    <dgm:pt modelId="{013C2257-8BFF-4772-8246-9A7DB8460488}" type="pres">
      <dgm:prSet presAssocID="{662610A8-F282-44C2-A769-CDFC8859D300}" presName="linearFlow" presStyleCnt="0">
        <dgm:presLayoutVars>
          <dgm:resizeHandles val="exact"/>
        </dgm:presLayoutVars>
      </dgm:prSet>
      <dgm:spPr/>
    </dgm:pt>
    <dgm:pt modelId="{94221469-28E7-4512-BDBD-9B749B97DC3E}" type="pres">
      <dgm:prSet presAssocID="{A8482ACA-7D93-4F15-BEC8-0EB686CF3A8B}" presName="node" presStyleLbl="node1" presStyleIdx="0" presStyleCnt="4">
        <dgm:presLayoutVars>
          <dgm:bulletEnabled val="1"/>
        </dgm:presLayoutVars>
      </dgm:prSet>
      <dgm:spPr/>
    </dgm:pt>
    <dgm:pt modelId="{BDE3B705-571A-47A8-B7B8-24182BDAE5AE}" type="pres">
      <dgm:prSet presAssocID="{3EB6A57E-DDA8-4B8E-A87C-05BC926C6418}" presName="sibTrans" presStyleLbl="sibTrans2D1" presStyleIdx="0" presStyleCnt="3"/>
      <dgm:spPr/>
    </dgm:pt>
    <dgm:pt modelId="{1FE7C99B-C6B8-49B8-8B38-AF91EA86C16B}" type="pres">
      <dgm:prSet presAssocID="{3EB6A57E-DDA8-4B8E-A87C-05BC926C6418}" presName="connectorText" presStyleLbl="sibTrans2D1" presStyleIdx="0" presStyleCnt="3"/>
      <dgm:spPr/>
    </dgm:pt>
    <dgm:pt modelId="{FF3AB05C-FDCE-4A04-9C45-34234C5C72CA}" type="pres">
      <dgm:prSet presAssocID="{8E133462-E5BF-4271-8127-0577C8AF8E9A}" presName="node" presStyleLbl="node1" presStyleIdx="1" presStyleCnt="4">
        <dgm:presLayoutVars>
          <dgm:bulletEnabled val="1"/>
        </dgm:presLayoutVars>
      </dgm:prSet>
      <dgm:spPr/>
    </dgm:pt>
    <dgm:pt modelId="{E08F90BF-5C1C-429A-8186-43C94D05796A}" type="pres">
      <dgm:prSet presAssocID="{A2BD5AF1-46C2-4EFB-B3E1-43D3F2789A9A}" presName="sibTrans" presStyleLbl="sibTrans2D1" presStyleIdx="1" presStyleCnt="3"/>
      <dgm:spPr/>
    </dgm:pt>
    <dgm:pt modelId="{1A6D178C-276E-4C0C-BD9D-9D3B0B94387E}" type="pres">
      <dgm:prSet presAssocID="{A2BD5AF1-46C2-4EFB-B3E1-43D3F2789A9A}" presName="connectorText" presStyleLbl="sibTrans2D1" presStyleIdx="1" presStyleCnt="3"/>
      <dgm:spPr/>
    </dgm:pt>
    <dgm:pt modelId="{C20DC1C1-324A-449B-9608-3AAA5CDA763D}" type="pres">
      <dgm:prSet presAssocID="{EE2B95D1-8A79-4D1E-8AA6-2C6F7BF8E018}" presName="node" presStyleLbl="node1" presStyleIdx="2" presStyleCnt="4">
        <dgm:presLayoutVars>
          <dgm:bulletEnabled val="1"/>
        </dgm:presLayoutVars>
      </dgm:prSet>
      <dgm:spPr/>
    </dgm:pt>
    <dgm:pt modelId="{435AEE9A-E1E3-4D3F-BDD3-7D24ABA5A726}" type="pres">
      <dgm:prSet presAssocID="{F50B4F39-F379-4205-A87C-B3DEBBC8E3AF}" presName="sibTrans" presStyleLbl="sibTrans2D1" presStyleIdx="2" presStyleCnt="3"/>
      <dgm:spPr/>
    </dgm:pt>
    <dgm:pt modelId="{B1F39E2E-5C30-4009-A637-017F61D25101}" type="pres">
      <dgm:prSet presAssocID="{F50B4F39-F379-4205-A87C-B3DEBBC8E3AF}" presName="connectorText" presStyleLbl="sibTrans2D1" presStyleIdx="2" presStyleCnt="3"/>
      <dgm:spPr/>
    </dgm:pt>
    <dgm:pt modelId="{CECF4C86-81EB-40C6-A7EE-BFF7D098799B}" type="pres">
      <dgm:prSet presAssocID="{C2FBE21D-F8DA-45F7-A530-86FB501C76A0}" presName="node" presStyleLbl="node1" presStyleIdx="3" presStyleCnt="4">
        <dgm:presLayoutVars>
          <dgm:bulletEnabled val="1"/>
        </dgm:presLayoutVars>
      </dgm:prSet>
      <dgm:spPr/>
    </dgm:pt>
  </dgm:ptLst>
  <dgm:cxnLst>
    <dgm:cxn modelId="{5097790F-344D-4E68-93B8-C37E938EC740}" srcId="{662610A8-F282-44C2-A769-CDFC8859D300}" destId="{A8482ACA-7D93-4F15-BEC8-0EB686CF3A8B}" srcOrd="0" destOrd="0" parTransId="{CA90B9CF-456F-4931-9876-B593AD831E9F}" sibTransId="{3EB6A57E-DDA8-4B8E-A87C-05BC926C6418}"/>
    <dgm:cxn modelId="{6B3E661A-834A-4079-8C64-CFEE283BA2B9}" type="presOf" srcId="{C2FBE21D-F8DA-45F7-A530-86FB501C76A0}" destId="{CECF4C86-81EB-40C6-A7EE-BFF7D098799B}" srcOrd="0" destOrd="0" presId="urn:microsoft.com/office/officeart/2005/8/layout/process2"/>
    <dgm:cxn modelId="{07D9822B-ED2C-411E-A814-B34541EE037E}" type="presOf" srcId="{F50B4F39-F379-4205-A87C-B3DEBBC8E3AF}" destId="{B1F39E2E-5C30-4009-A637-017F61D25101}" srcOrd="1" destOrd="0" presId="urn:microsoft.com/office/officeart/2005/8/layout/process2"/>
    <dgm:cxn modelId="{3255C62C-E5BD-4F24-8581-550C0C83B1C7}" type="presOf" srcId="{A8482ACA-7D93-4F15-BEC8-0EB686CF3A8B}" destId="{94221469-28E7-4512-BDBD-9B749B97DC3E}" srcOrd="0" destOrd="0" presId="urn:microsoft.com/office/officeart/2005/8/layout/process2"/>
    <dgm:cxn modelId="{A612235E-A9A8-4395-8F5C-D2DF2DFAD56E}" type="presOf" srcId="{3EB6A57E-DDA8-4B8E-A87C-05BC926C6418}" destId="{BDE3B705-571A-47A8-B7B8-24182BDAE5AE}" srcOrd="0" destOrd="0" presId="urn:microsoft.com/office/officeart/2005/8/layout/process2"/>
    <dgm:cxn modelId="{8B184944-1185-447B-A3C1-7AF299998CA0}" type="presOf" srcId="{EE2B95D1-8A79-4D1E-8AA6-2C6F7BF8E018}" destId="{C20DC1C1-324A-449B-9608-3AAA5CDA763D}" srcOrd="0" destOrd="0" presId="urn:microsoft.com/office/officeart/2005/8/layout/process2"/>
    <dgm:cxn modelId="{97F48B69-8D28-4812-82E1-A9FB91F83718}" srcId="{662610A8-F282-44C2-A769-CDFC8859D300}" destId="{EE2B95D1-8A79-4D1E-8AA6-2C6F7BF8E018}" srcOrd="2" destOrd="0" parTransId="{4CBB04B3-2590-481C-B6EF-32A9FE4D5FEB}" sibTransId="{F50B4F39-F379-4205-A87C-B3DEBBC8E3AF}"/>
    <dgm:cxn modelId="{C2911D4C-579C-4171-8400-FB36B09636D5}" type="presOf" srcId="{662610A8-F282-44C2-A769-CDFC8859D300}" destId="{013C2257-8BFF-4772-8246-9A7DB8460488}" srcOrd="0" destOrd="0" presId="urn:microsoft.com/office/officeart/2005/8/layout/process2"/>
    <dgm:cxn modelId="{2F529056-D603-4075-A6AD-D748BE35923B}" type="presOf" srcId="{3EB6A57E-DDA8-4B8E-A87C-05BC926C6418}" destId="{1FE7C99B-C6B8-49B8-8B38-AF91EA86C16B}" srcOrd="1" destOrd="0" presId="urn:microsoft.com/office/officeart/2005/8/layout/process2"/>
    <dgm:cxn modelId="{977DC7C8-8872-47D3-9571-9FB728D5E236}" srcId="{662610A8-F282-44C2-A769-CDFC8859D300}" destId="{8E133462-E5BF-4271-8127-0577C8AF8E9A}" srcOrd="1" destOrd="0" parTransId="{05BB2808-EE9A-43C4-B914-A1129E62A6CA}" sibTransId="{A2BD5AF1-46C2-4EFB-B3E1-43D3F2789A9A}"/>
    <dgm:cxn modelId="{4926A7CD-8732-4BB1-83DC-C1B883C907CE}" type="presOf" srcId="{F50B4F39-F379-4205-A87C-B3DEBBC8E3AF}" destId="{435AEE9A-E1E3-4D3F-BDD3-7D24ABA5A726}" srcOrd="0" destOrd="0" presId="urn:microsoft.com/office/officeart/2005/8/layout/process2"/>
    <dgm:cxn modelId="{AF2DE6DE-08B0-488E-8722-237C423A546D}" type="presOf" srcId="{A2BD5AF1-46C2-4EFB-B3E1-43D3F2789A9A}" destId="{E08F90BF-5C1C-429A-8186-43C94D05796A}" srcOrd="0" destOrd="0" presId="urn:microsoft.com/office/officeart/2005/8/layout/process2"/>
    <dgm:cxn modelId="{5EF739EB-5598-4D67-834E-1AC07FCD0A6A}" srcId="{662610A8-F282-44C2-A769-CDFC8859D300}" destId="{C2FBE21D-F8DA-45F7-A530-86FB501C76A0}" srcOrd="3" destOrd="0" parTransId="{DEFBFF94-5178-435E-9CCC-5F2A0BD2ED6B}" sibTransId="{C59B6B1B-E889-43DF-9B42-6A4C03C8F773}"/>
    <dgm:cxn modelId="{93F828ED-B363-4A72-959B-8D8185161CF6}" type="presOf" srcId="{8E133462-E5BF-4271-8127-0577C8AF8E9A}" destId="{FF3AB05C-FDCE-4A04-9C45-34234C5C72CA}" srcOrd="0" destOrd="0" presId="urn:microsoft.com/office/officeart/2005/8/layout/process2"/>
    <dgm:cxn modelId="{803B96F1-6701-46BD-A6BC-F5CC70E3CCF5}" type="presOf" srcId="{A2BD5AF1-46C2-4EFB-B3E1-43D3F2789A9A}" destId="{1A6D178C-276E-4C0C-BD9D-9D3B0B94387E}" srcOrd="1" destOrd="0" presId="urn:microsoft.com/office/officeart/2005/8/layout/process2"/>
    <dgm:cxn modelId="{87E19AA0-31AA-4703-830A-B1925BCB8B3A}" type="presParOf" srcId="{013C2257-8BFF-4772-8246-9A7DB8460488}" destId="{94221469-28E7-4512-BDBD-9B749B97DC3E}" srcOrd="0" destOrd="0" presId="urn:microsoft.com/office/officeart/2005/8/layout/process2"/>
    <dgm:cxn modelId="{A8CEEECA-908A-4271-84C7-9F900ED58A1A}" type="presParOf" srcId="{013C2257-8BFF-4772-8246-9A7DB8460488}" destId="{BDE3B705-571A-47A8-B7B8-24182BDAE5AE}" srcOrd="1" destOrd="0" presId="urn:microsoft.com/office/officeart/2005/8/layout/process2"/>
    <dgm:cxn modelId="{48BCB12A-DD39-4480-949A-D953C498193A}" type="presParOf" srcId="{BDE3B705-571A-47A8-B7B8-24182BDAE5AE}" destId="{1FE7C99B-C6B8-49B8-8B38-AF91EA86C16B}" srcOrd="0" destOrd="0" presId="urn:microsoft.com/office/officeart/2005/8/layout/process2"/>
    <dgm:cxn modelId="{7CD38BFE-45C3-404F-9321-96A247D8D5AB}" type="presParOf" srcId="{013C2257-8BFF-4772-8246-9A7DB8460488}" destId="{FF3AB05C-FDCE-4A04-9C45-34234C5C72CA}" srcOrd="2" destOrd="0" presId="urn:microsoft.com/office/officeart/2005/8/layout/process2"/>
    <dgm:cxn modelId="{6D004054-CE81-4831-A1F8-F067656285D2}" type="presParOf" srcId="{013C2257-8BFF-4772-8246-9A7DB8460488}" destId="{E08F90BF-5C1C-429A-8186-43C94D05796A}" srcOrd="3" destOrd="0" presId="urn:microsoft.com/office/officeart/2005/8/layout/process2"/>
    <dgm:cxn modelId="{A92015FA-00A5-4658-A9A9-49C78D33A331}" type="presParOf" srcId="{E08F90BF-5C1C-429A-8186-43C94D05796A}" destId="{1A6D178C-276E-4C0C-BD9D-9D3B0B94387E}" srcOrd="0" destOrd="0" presId="urn:microsoft.com/office/officeart/2005/8/layout/process2"/>
    <dgm:cxn modelId="{6315749A-599E-47D3-BDE4-9212350BB26E}" type="presParOf" srcId="{013C2257-8BFF-4772-8246-9A7DB8460488}" destId="{C20DC1C1-324A-449B-9608-3AAA5CDA763D}" srcOrd="4" destOrd="0" presId="urn:microsoft.com/office/officeart/2005/8/layout/process2"/>
    <dgm:cxn modelId="{334EA62D-F383-4A4D-8039-C0C8B8333212}" type="presParOf" srcId="{013C2257-8BFF-4772-8246-9A7DB8460488}" destId="{435AEE9A-E1E3-4D3F-BDD3-7D24ABA5A726}" srcOrd="5" destOrd="0" presId="urn:microsoft.com/office/officeart/2005/8/layout/process2"/>
    <dgm:cxn modelId="{6C962F4A-C41A-430E-BC36-AC37065CF48A}" type="presParOf" srcId="{435AEE9A-E1E3-4D3F-BDD3-7D24ABA5A726}" destId="{B1F39E2E-5C30-4009-A637-017F61D25101}" srcOrd="0" destOrd="0" presId="urn:microsoft.com/office/officeart/2005/8/layout/process2"/>
    <dgm:cxn modelId="{F5838F8F-FCBD-428D-ABE1-32B20B25EC89}" type="presParOf" srcId="{013C2257-8BFF-4772-8246-9A7DB8460488}" destId="{CECF4C86-81EB-40C6-A7EE-BFF7D098799B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BAD99-84DD-4DB0-BF44-B9B15D254AC6}">
      <dsp:nvSpPr>
        <dsp:cNvPr id="0" name=""/>
        <dsp:cNvSpPr/>
      </dsp:nvSpPr>
      <dsp:spPr>
        <a:xfrm>
          <a:off x="2747962" y="1574363"/>
          <a:ext cx="1944203" cy="337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711"/>
              </a:lnTo>
              <a:lnTo>
                <a:pt x="1944203" y="168711"/>
              </a:lnTo>
              <a:lnTo>
                <a:pt x="1944203" y="3374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B4F5A2-CFF0-4844-95D0-4088F64ADA2D}">
      <dsp:nvSpPr>
        <dsp:cNvPr id="0" name=""/>
        <dsp:cNvSpPr/>
      </dsp:nvSpPr>
      <dsp:spPr>
        <a:xfrm>
          <a:off x="2702242" y="1574363"/>
          <a:ext cx="91440" cy="3374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74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C4024-1697-4069-BA41-A807CE56BB68}">
      <dsp:nvSpPr>
        <dsp:cNvPr id="0" name=""/>
        <dsp:cNvSpPr/>
      </dsp:nvSpPr>
      <dsp:spPr>
        <a:xfrm>
          <a:off x="803758" y="1574363"/>
          <a:ext cx="1944203" cy="337423"/>
        </a:xfrm>
        <a:custGeom>
          <a:avLst/>
          <a:gdLst/>
          <a:ahLst/>
          <a:cxnLst/>
          <a:rect l="0" t="0" r="0" b="0"/>
          <a:pathLst>
            <a:path>
              <a:moveTo>
                <a:pt x="1944203" y="0"/>
              </a:moveTo>
              <a:lnTo>
                <a:pt x="1944203" y="168711"/>
              </a:lnTo>
              <a:lnTo>
                <a:pt x="0" y="168711"/>
              </a:lnTo>
              <a:lnTo>
                <a:pt x="0" y="3374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21F357-0D60-4F61-924E-B47D75A74CA5}">
      <dsp:nvSpPr>
        <dsp:cNvPr id="0" name=""/>
        <dsp:cNvSpPr/>
      </dsp:nvSpPr>
      <dsp:spPr>
        <a:xfrm>
          <a:off x="1944572" y="770973"/>
          <a:ext cx="1606779" cy="8033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 err="1">
              <a:latin typeface="맑은 고딕" panose="020F0302020204030204"/>
            </a:rPr>
            <a:t>PhysicsComponent</a:t>
          </a:r>
          <a:endParaRPr lang="ko-KR" altLang="en-US" sz="1400" kern="1200" dirty="0" err="1"/>
        </a:p>
      </dsp:txBody>
      <dsp:txXfrm>
        <a:off x="1944572" y="770973"/>
        <a:ext cx="1606779" cy="803389"/>
      </dsp:txXfrm>
    </dsp:sp>
    <dsp:sp modelId="{C5A58F71-A1A2-4867-AD57-85084B4F3B0B}">
      <dsp:nvSpPr>
        <dsp:cNvPr id="0" name=""/>
        <dsp:cNvSpPr/>
      </dsp:nvSpPr>
      <dsp:spPr>
        <a:xfrm>
          <a:off x="368" y="1911786"/>
          <a:ext cx="1606779" cy="8033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 err="1">
              <a:latin typeface="맑은 고딕" panose="020F0302020204030204"/>
            </a:rPr>
            <a:t>BoxComponent</a:t>
          </a:r>
          <a:endParaRPr lang="ko-KR" altLang="en-US" sz="1400" kern="1200" dirty="0" err="1"/>
        </a:p>
      </dsp:txBody>
      <dsp:txXfrm>
        <a:off x="368" y="1911786"/>
        <a:ext cx="1606779" cy="803389"/>
      </dsp:txXfrm>
    </dsp:sp>
    <dsp:sp modelId="{CDB90DCD-7402-4F94-8549-A9C0C4CC3AF3}">
      <dsp:nvSpPr>
        <dsp:cNvPr id="0" name=""/>
        <dsp:cNvSpPr/>
      </dsp:nvSpPr>
      <dsp:spPr>
        <a:xfrm>
          <a:off x="1944572" y="1911786"/>
          <a:ext cx="1606779" cy="8033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 err="1">
              <a:latin typeface="맑은 고딕" panose="020F0302020204030204"/>
            </a:rPr>
            <a:t>CapsuleComponent</a:t>
          </a:r>
          <a:endParaRPr lang="ko-KR" altLang="en-US" sz="1400" kern="1200" dirty="0" err="1"/>
        </a:p>
      </dsp:txBody>
      <dsp:txXfrm>
        <a:off x="1944572" y="1911786"/>
        <a:ext cx="1606779" cy="803389"/>
      </dsp:txXfrm>
    </dsp:sp>
    <dsp:sp modelId="{0572E027-7DF2-4822-A601-951DC71C5E00}">
      <dsp:nvSpPr>
        <dsp:cNvPr id="0" name=""/>
        <dsp:cNvSpPr/>
      </dsp:nvSpPr>
      <dsp:spPr>
        <a:xfrm>
          <a:off x="3888776" y="1911786"/>
          <a:ext cx="1606779" cy="8033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 err="1">
              <a:latin typeface="맑은 고딕" panose="020F0302020204030204"/>
            </a:rPr>
            <a:t>SphereComponent</a:t>
          </a:r>
          <a:endParaRPr lang="ko-KR" altLang="en-US" sz="1400" kern="1200" dirty="0" err="1"/>
        </a:p>
      </dsp:txBody>
      <dsp:txXfrm>
        <a:off x="3888776" y="1911786"/>
        <a:ext cx="1606779" cy="8033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D796F-6B2D-4D24-A1FA-F58CF79A2632}">
      <dsp:nvSpPr>
        <dsp:cNvPr id="0" name=""/>
        <dsp:cNvSpPr/>
      </dsp:nvSpPr>
      <dsp:spPr>
        <a:xfrm>
          <a:off x="1318561" y="1785"/>
          <a:ext cx="1934876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>
              <a:latin typeface="맑은 고딕" panose="020F0302020204030204"/>
            </a:rPr>
            <a:t>Tick_PrePhysics</a:t>
          </a:r>
          <a:endParaRPr lang="ko-KR" altLang="en-US" sz="1800" kern="1200" dirty="0"/>
        </a:p>
      </dsp:txBody>
      <dsp:txXfrm>
        <a:off x="1338020" y="21244"/>
        <a:ext cx="1895958" cy="625450"/>
      </dsp:txXfrm>
    </dsp:sp>
    <dsp:sp modelId="{44C4EFB0-C00D-4C14-B76C-4EDC84AD1899}">
      <dsp:nvSpPr>
        <dsp:cNvPr id="0" name=""/>
        <dsp:cNvSpPr/>
      </dsp:nvSpPr>
      <dsp:spPr>
        <a:xfrm rot="5400000">
          <a:off x="2161430" y="682763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-5400000">
        <a:off x="2196310" y="707677"/>
        <a:ext cx="179379" cy="174397"/>
      </dsp:txXfrm>
    </dsp:sp>
    <dsp:sp modelId="{3517AFF9-F204-4411-B7C7-DBF3F80EB5C6}">
      <dsp:nvSpPr>
        <dsp:cNvPr id="0" name=""/>
        <dsp:cNvSpPr/>
      </dsp:nvSpPr>
      <dsp:spPr>
        <a:xfrm>
          <a:off x="1318561" y="998339"/>
          <a:ext cx="1934876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>
              <a:latin typeface="맑은 고딕" panose="020F0302020204030204"/>
            </a:rPr>
            <a:t>Update</a:t>
          </a:r>
          <a:r>
            <a:rPr lang="ko-KR" altLang="en-US" sz="1800" kern="1200" dirty="0">
              <a:latin typeface="맑은 고딕" panose="020F0302020204030204"/>
            </a:rPr>
            <a:t> </a:t>
          </a:r>
          <a:r>
            <a:rPr lang="ko-KR" altLang="en-US" sz="1800" kern="1200" dirty="0" err="1">
              <a:latin typeface="맑은 고딕" panose="020F0302020204030204"/>
            </a:rPr>
            <a:t>to</a:t>
          </a:r>
          <a:r>
            <a:rPr lang="ko-KR" altLang="en-US" sz="1800" kern="1200" dirty="0">
              <a:latin typeface="맑은 고딕" panose="020F0302020204030204"/>
            </a:rPr>
            <a:t> </a:t>
          </a:r>
          <a:r>
            <a:rPr lang="ko-KR" altLang="en-US" sz="1800" kern="1200" dirty="0" err="1">
              <a:latin typeface="맑은 고딕" panose="020F0302020204030204"/>
            </a:rPr>
            <a:t>Jolt</a:t>
          </a:r>
          <a:endParaRPr lang="ko-KR" altLang="en-US" sz="1800" kern="1200" dirty="0"/>
        </a:p>
      </dsp:txBody>
      <dsp:txXfrm>
        <a:off x="1338020" y="1017798"/>
        <a:ext cx="1895958" cy="625450"/>
      </dsp:txXfrm>
    </dsp:sp>
    <dsp:sp modelId="{650800F4-D9B6-40EA-A3B2-58165BD61418}">
      <dsp:nvSpPr>
        <dsp:cNvPr id="0" name=""/>
        <dsp:cNvSpPr/>
      </dsp:nvSpPr>
      <dsp:spPr>
        <a:xfrm rot="5400000">
          <a:off x="2161430" y="1679317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-5400000">
        <a:off x="2196310" y="1704231"/>
        <a:ext cx="179379" cy="174397"/>
      </dsp:txXfrm>
    </dsp:sp>
    <dsp:sp modelId="{AA09A3F4-A06F-4E8E-9D04-FB3F8B371CD6}">
      <dsp:nvSpPr>
        <dsp:cNvPr id="0" name=""/>
        <dsp:cNvSpPr/>
      </dsp:nvSpPr>
      <dsp:spPr>
        <a:xfrm>
          <a:off x="1318561" y="1994892"/>
          <a:ext cx="1934876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맑은 고딕" panose="020F0302020204030204"/>
            </a:rPr>
            <a:t>Simulate Physics</a:t>
          </a:r>
          <a:endParaRPr lang="ko-KR" altLang="en-US" sz="1800" kern="1200" dirty="0"/>
        </a:p>
      </dsp:txBody>
      <dsp:txXfrm>
        <a:off x="1338020" y="2014351"/>
        <a:ext cx="1895958" cy="625450"/>
      </dsp:txXfrm>
    </dsp:sp>
    <dsp:sp modelId="{3AAA4BD2-7D61-4A0C-ADB9-480EE8105581}">
      <dsp:nvSpPr>
        <dsp:cNvPr id="0" name=""/>
        <dsp:cNvSpPr/>
      </dsp:nvSpPr>
      <dsp:spPr>
        <a:xfrm rot="5400000">
          <a:off x="2161430" y="2675870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-5400000">
        <a:off x="2196310" y="2700784"/>
        <a:ext cx="179379" cy="174397"/>
      </dsp:txXfrm>
    </dsp:sp>
    <dsp:sp modelId="{4DFB8138-619A-46BC-BFCC-0D26C8433A73}">
      <dsp:nvSpPr>
        <dsp:cNvPr id="0" name=""/>
        <dsp:cNvSpPr/>
      </dsp:nvSpPr>
      <dsp:spPr>
        <a:xfrm>
          <a:off x="1318561" y="2991445"/>
          <a:ext cx="1934876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맑은 고딕" panose="020F0302020204030204"/>
            </a:rPr>
            <a:t>Update from Jolt</a:t>
          </a:r>
        </a:p>
      </dsp:txBody>
      <dsp:txXfrm>
        <a:off x="1338020" y="3010904"/>
        <a:ext cx="1895958" cy="6254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21469-28E7-4512-BDBD-9B749B97DC3E}">
      <dsp:nvSpPr>
        <dsp:cNvPr id="0" name=""/>
        <dsp:cNvSpPr/>
      </dsp:nvSpPr>
      <dsp:spPr>
        <a:xfrm>
          <a:off x="1368340" y="1785"/>
          <a:ext cx="1835318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 err="1">
              <a:latin typeface="맑은 고딕" panose="020F0302020204030204"/>
            </a:rPr>
            <a:t>Process</a:t>
          </a:r>
          <a:r>
            <a:rPr lang="ko-KR" altLang="en-US" sz="1300" kern="1200" dirty="0">
              <a:latin typeface="맑은 고딕" panose="020F0302020204030204"/>
            </a:rPr>
            <a:t> </a:t>
          </a:r>
          <a:r>
            <a:rPr lang="ko-KR" altLang="en-US" sz="1300" kern="1200" dirty="0" err="1">
              <a:latin typeface="맑은 고딕" panose="020F0302020204030204"/>
            </a:rPr>
            <a:t>physics</a:t>
          </a:r>
          <a:r>
            <a:rPr lang="ko-KR" altLang="en-US" sz="1300" kern="1200" dirty="0">
              <a:latin typeface="맑은 고딕" panose="020F0302020204030204"/>
            </a:rPr>
            <a:t> </a:t>
          </a:r>
          <a:r>
            <a:rPr lang="ko-KR" altLang="en-US" sz="1300" kern="1200" dirty="0" err="1">
              <a:latin typeface="맑은 고딕" panose="020F0302020204030204"/>
            </a:rPr>
            <a:t>events</a:t>
          </a:r>
          <a:br>
            <a:rPr lang="ko-KR" altLang="en-US" sz="1300" kern="1200" dirty="0">
              <a:latin typeface="맑은 고딕" panose="020F0302020204030204"/>
            </a:rPr>
          </a:br>
          <a:r>
            <a:rPr lang="ko-KR" altLang="en-US" sz="1300" kern="1200" dirty="0">
              <a:latin typeface="맑은 고딕" panose="020F0302020204030204"/>
            </a:rPr>
            <a:t>(</a:t>
          </a:r>
          <a:r>
            <a:rPr lang="ko-KR" altLang="en-US" sz="1300" kern="1200" dirty="0" err="1">
              <a:latin typeface="맑은 고딕" panose="020F0302020204030204"/>
            </a:rPr>
            <a:t>Hit</a:t>
          </a:r>
          <a:r>
            <a:rPr lang="ko-KR" altLang="en-US" sz="1300" kern="1200" dirty="0">
              <a:latin typeface="맑은 고딕" panose="020F0302020204030204"/>
            </a:rPr>
            <a:t>, </a:t>
          </a:r>
          <a:r>
            <a:rPr lang="ko-KR" altLang="en-US" sz="1300" kern="1200" dirty="0" err="1">
              <a:latin typeface="맑은 고딕" panose="020F0302020204030204"/>
            </a:rPr>
            <a:t>Overlap</a:t>
          </a:r>
          <a:r>
            <a:rPr lang="ko-KR" altLang="en-US" sz="1300" kern="1200" dirty="0">
              <a:latin typeface="맑은 고딕" panose="020F0302020204030204"/>
            </a:rPr>
            <a:t>...)</a:t>
          </a:r>
        </a:p>
      </dsp:txBody>
      <dsp:txXfrm>
        <a:off x="1387799" y="21244"/>
        <a:ext cx="1796400" cy="625450"/>
      </dsp:txXfrm>
    </dsp:sp>
    <dsp:sp modelId="{BDE3B705-571A-47A8-B7B8-24182BDAE5AE}">
      <dsp:nvSpPr>
        <dsp:cNvPr id="0" name=""/>
        <dsp:cNvSpPr/>
      </dsp:nvSpPr>
      <dsp:spPr>
        <a:xfrm rot="5400000">
          <a:off x="2161430" y="682763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-5400000">
        <a:off x="2196310" y="707677"/>
        <a:ext cx="179379" cy="174397"/>
      </dsp:txXfrm>
    </dsp:sp>
    <dsp:sp modelId="{FF3AB05C-FDCE-4A04-9C45-34234C5C72CA}">
      <dsp:nvSpPr>
        <dsp:cNvPr id="0" name=""/>
        <dsp:cNvSpPr/>
      </dsp:nvSpPr>
      <dsp:spPr>
        <a:xfrm>
          <a:off x="1368340" y="998339"/>
          <a:ext cx="1835318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>
              <a:latin typeface="맑은 고딕" panose="020F0302020204030204"/>
            </a:rPr>
            <a:t>Tick_PostPhysics</a:t>
          </a:r>
        </a:p>
      </dsp:txBody>
      <dsp:txXfrm>
        <a:off x="1387799" y="1017798"/>
        <a:ext cx="1796400" cy="625450"/>
      </dsp:txXfrm>
    </dsp:sp>
    <dsp:sp modelId="{E08F90BF-5C1C-429A-8186-43C94D05796A}">
      <dsp:nvSpPr>
        <dsp:cNvPr id="0" name=""/>
        <dsp:cNvSpPr/>
      </dsp:nvSpPr>
      <dsp:spPr>
        <a:xfrm rot="5400000">
          <a:off x="2161430" y="1679317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-5400000">
        <a:off x="2196310" y="1704231"/>
        <a:ext cx="179379" cy="174397"/>
      </dsp:txXfrm>
    </dsp:sp>
    <dsp:sp modelId="{C20DC1C1-324A-449B-9608-3AAA5CDA763D}">
      <dsp:nvSpPr>
        <dsp:cNvPr id="0" name=""/>
        <dsp:cNvSpPr/>
      </dsp:nvSpPr>
      <dsp:spPr>
        <a:xfrm>
          <a:off x="1368340" y="1994892"/>
          <a:ext cx="1835318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>
              <a:latin typeface="맑은 고딕" panose="020F0302020204030204"/>
            </a:rPr>
            <a:t>Flush destroy queue</a:t>
          </a:r>
        </a:p>
      </dsp:txBody>
      <dsp:txXfrm>
        <a:off x="1387799" y="2014351"/>
        <a:ext cx="1796400" cy="625450"/>
      </dsp:txXfrm>
    </dsp:sp>
    <dsp:sp modelId="{435AEE9A-E1E3-4D3F-BDD3-7D24ABA5A726}">
      <dsp:nvSpPr>
        <dsp:cNvPr id="0" name=""/>
        <dsp:cNvSpPr/>
      </dsp:nvSpPr>
      <dsp:spPr>
        <a:xfrm rot="5400000">
          <a:off x="2161430" y="2675870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-5400000">
        <a:off x="2196310" y="2700784"/>
        <a:ext cx="179379" cy="174397"/>
      </dsp:txXfrm>
    </dsp:sp>
    <dsp:sp modelId="{CECF4C86-81EB-40C6-A7EE-BFF7D098799B}">
      <dsp:nvSpPr>
        <dsp:cNvPr id="0" name=""/>
        <dsp:cNvSpPr/>
      </dsp:nvSpPr>
      <dsp:spPr>
        <a:xfrm>
          <a:off x="1368340" y="2991445"/>
          <a:ext cx="1835318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 err="1">
              <a:latin typeface="맑은 고딕" panose="020F0302020204030204"/>
            </a:rPr>
            <a:t>Update</a:t>
          </a:r>
          <a:r>
            <a:rPr lang="ko-KR" altLang="en-US" sz="1300" kern="1200" dirty="0">
              <a:latin typeface="맑은 고딕" panose="020F0302020204030204"/>
            </a:rPr>
            <a:t> </a:t>
          </a:r>
          <a:r>
            <a:rPr lang="ko-KR" altLang="en-US" sz="1300" kern="1200" dirty="0" err="1">
              <a:latin typeface="맑은 고딕" panose="020F0302020204030204"/>
            </a:rPr>
            <a:t>Render</a:t>
          </a:r>
          <a:r>
            <a:rPr lang="ko-KR" altLang="en-US" sz="1300" kern="1200" dirty="0">
              <a:latin typeface="맑은 고딕" panose="020F0302020204030204"/>
            </a:rPr>
            <a:t> </a:t>
          </a:r>
          <a:r>
            <a:rPr lang="ko-KR" altLang="en-US" sz="1300" kern="1200" dirty="0" err="1">
              <a:latin typeface="맑은 고딕" panose="020F0302020204030204"/>
            </a:rPr>
            <a:t>items</a:t>
          </a:r>
        </a:p>
      </dsp:txBody>
      <dsp:txXfrm>
        <a:off x="1387799" y="3010904"/>
        <a:ext cx="1796400" cy="625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2주차 과제 발표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애니메이션 1실 김동근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1D4B7-209A-A5EF-673E-2A8FAA02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목차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2A5DE-3AEB-5C21-7CB9-85689DE5E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2주차 진행 상황</a:t>
            </a:r>
            <a:endParaRPr lang="ko-KR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TODO 리스트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7428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38E15-68FB-962C-F88C-A6CFE3A5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2주차 진행 상황</a:t>
            </a:r>
            <a:endParaRPr lang="ko-KR" altLang="en-US" b="1" dirty="0"/>
          </a:p>
        </p:txBody>
      </p:sp>
      <p:pic>
        <p:nvPicPr>
          <p:cNvPr id="7" name="녹음 2026-01-16 123552">
            <a:hlinkClick r:id="" action="ppaction://media"/>
            <a:extLst>
              <a:ext uri="{FF2B5EF4-FFF2-40B4-BE49-F238E27FC236}">
                <a16:creationId xmlns:a16="http://schemas.microsoft.com/office/drawing/2014/main" id="{90CA5C85-9A08-1446-B528-6E49C7ACDFF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1391024"/>
            <a:ext cx="975360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4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344D8-45FD-3EA4-24B2-89528AF8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7E05C-83DF-6AA9-C5EB-40AC2C271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기본 아이디어</a:t>
            </a:r>
          </a:p>
        </p:txBody>
      </p:sp>
      <p:sp>
        <p:nvSpPr>
          <p:cNvPr id="321" name="사각형: 둥근 모서리 320">
            <a:extLst>
              <a:ext uri="{FF2B5EF4-FFF2-40B4-BE49-F238E27FC236}">
                <a16:creationId xmlns:a16="http://schemas.microsoft.com/office/drawing/2014/main" id="{154A8A7D-B6AE-1CBA-5562-4A7CA917E088}"/>
              </a:ext>
            </a:extLst>
          </p:cNvPr>
          <p:cNvSpPr/>
          <p:nvPr/>
        </p:nvSpPr>
        <p:spPr>
          <a:xfrm>
            <a:off x="1837764" y="2949388"/>
            <a:ext cx="1783976" cy="7171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ea typeface="맑은 고딕"/>
              </a:rPr>
              <a:t>SpawnerActor</a:t>
            </a:r>
            <a:endParaRPr lang="ko-KR" dirty="0" err="1"/>
          </a:p>
        </p:txBody>
      </p:sp>
      <p:sp>
        <p:nvSpPr>
          <p:cNvPr id="322" name="사각형: 둥근 모서리 321">
            <a:extLst>
              <a:ext uri="{FF2B5EF4-FFF2-40B4-BE49-F238E27FC236}">
                <a16:creationId xmlns:a16="http://schemas.microsoft.com/office/drawing/2014/main" id="{69E4D127-8CE8-4383-F8D1-B937FF93F541}"/>
              </a:ext>
            </a:extLst>
          </p:cNvPr>
          <p:cNvSpPr/>
          <p:nvPr/>
        </p:nvSpPr>
        <p:spPr>
          <a:xfrm>
            <a:off x="1837764" y="3666564"/>
            <a:ext cx="1783976" cy="762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ea typeface="맑은 고딕"/>
              </a:rPr>
              <a:t>Spline</a:t>
            </a:r>
            <a:br>
              <a:rPr lang="ko-KR" altLang="en-US" sz="1400" dirty="0">
                <a:solidFill>
                  <a:schemeClr val="tx1"/>
                </a:solidFill>
                <a:ea typeface="맑은 고딕"/>
              </a:rPr>
            </a:br>
            <a:r>
              <a:rPr lang="ko-KR" altLang="en-US" sz="1400" dirty="0" err="1">
                <a:solidFill>
                  <a:schemeClr val="tx1"/>
                </a:solidFill>
                <a:ea typeface="맑은 고딕"/>
              </a:rPr>
              <a:t>Component</a:t>
            </a:r>
          </a:p>
        </p:txBody>
      </p:sp>
      <p:sp>
        <p:nvSpPr>
          <p:cNvPr id="323" name="사각형: 둥근 모서리 322">
            <a:extLst>
              <a:ext uri="{FF2B5EF4-FFF2-40B4-BE49-F238E27FC236}">
                <a16:creationId xmlns:a16="http://schemas.microsoft.com/office/drawing/2014/main" id="{E7D1B3AD-6E5E-C3F6-2871-FA3145CC43B0}"/>
              </a:ext>
            </a:extLst>
          </p:cNvPr>
          <p:cNvSpPr/>
          <p:nvPr/>
        </p:nvSpPr>
        <p:spPr>
          <a:xfrm>
            <a:off x="8337176" y="2501151"/>
            <a:ext cx="1783976" cy="7171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 err="1">
                <a:ea typeface="맑은 고딕"/>
              </a:rPr>
              <a:t>ProjectileActor</a:t>
            </a:r>
            <a:endParaRPr lang="ko-KR" dirty="0" err="1"/>
          </a:p>
        </p:txBody>
      </p:sp>
      <p:sp>
        <p:nvSpPr>
          <p:cNvPr id="324" name="사각형: 둥근 모서리 323">
            <a:extLst>
              <a:ext uri="{FF2B5EF4-FFF2-40B4-BE49-F238E27FC236}">
                <a16:creationId xmlns:a16="http://schemas.microsoft.com/office/drawing/2014/main" id="{7DB2CE26-41EA-D893-1954-46526AA1570F}"/>
              </a:ext>
            </a:extLst>
          </p:cNvPr>
          <p:cNvSpPr/>
          <p:nvPr/>
        </p:nvSpPr>
        <p:spPr>
          <a:xfrm>
            <a:off x="8337176" y="3218328"/>
            <a:ext cx="1783976" cy="762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ea typeface="맑은 고딕"/>
              </a:rPr>
              <a:t>BoxComponent</a:t>
            </a:r>
            <a:endParaRPr lang="ko-KR" dirty="0" err="1"/>
          </a:p>
        </p:txBody>
      </p:sp>
      <p:sp>
        <p:nvSpPr>
          <p:cNvPr id="325" name="사각형: 둥근 모서리 324">
            <a:extLst>
              <a:ext uri="{FF2B5EF4-FFF2-40B4-BE49-F238E27FC236}">
                <a16:creationId xmlns:a16="http://schemas.microsoft.com/office/drawing/2014/main" id="{B7F0C095-C0BA-D224-87D8-CCA48F36BF40}"/>
              </a:ext>
            </a:extLst>
          </p:cNvPr>
          <p:cNvSpPr/>
          <p:nvPr/>
        </p:nvSpPr>
        <p:spPr>
          <a:xfrm>
            <a:off x="8337176" y="3980328"/>
            <a:ext cx="1783976" cy="762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sz="1400" dirty="0" err="1">
                <a:solidFill>
                  <a:schemeClr val="tx1"/>
                </a:solidFill>
                <a:latin typeface="Malgun Gothic"/>
                <a:ea typeface="Malgun Gothic"/>
              </a:rPr>
              <a:t>StaticMesh</a:t>
            </a:r>
            <a:br>
              <a:rPr lang="ko-KR" sz="1400" dirty="0">
                <a:solidFill>
                  <a:schemeClr val="tx1"/>
                </a:solidFill>
                <a:latin typeface="Malgun Gothic"/>
                <a:ea typeface="Malgun Gothic"/>
              </a:rPr>
            </a:br>
            <a:r>
              <a:rPr lang="ko-KR" sz="1400" dirty="0" err="1">
                <a:solidFill>
                  <a:schemeClr val="tx1"/>
                </a:solidFill>
                <a:latin typeface="Malgun Gothic"/>
                <a:ea typeface="Malgun Gothic"/>
              </a:rPr>
              <a:t>Component</a:t>
            </a:r>
          </a:p>
        </p:txBody>
      </p:sp>
      <p:grpSp>
        <p:nvGrpSpPr>
          <p:cNvPr id="329" name="그룹 328">
            <a:extLst>
              <a:ext uri="{FF2B5EF4-FFF2-40B4-BE49-F238E27FC236}">
                <a16:creationId xmlns:a16="http://schemas.microsoft.com/office/drawing/2014/main" id="{31569A35-9B8C-84E5-3F75-40F2F7D8F8E7}"/>
              </a:ext>
            </a:extLst>
          </p:cNvPr>
          <p:cNvGrpSpPr/>
          <p:nvPr/>
        </p:nvGrpSpPr>
        <p:grpSpPr>
          <a:xfrm>
            <a:off x="4365810" y="2673796"/>
            <a:ext cx="2689408" cy="369332"/>
            <a:chOff x="4401669" y="2674876"/>
            <a:chExt cx="1873620" cy="353093"/>
          </a:xfrm>
        </p:grpSpPr>
        <p:cxnSp>
          <p:nvCxnSpPr>
            <p:cNvPr id="326" name="직선 화살표 연결선 325">
              <a:extLst>
                <a:ext uri="{FF2B5EF4-FFF2-40B4-BE49-F238E27FC236}">
                  <a16:creationId xmlns:a16="http://schemas.microsoft.com/office/drawing/2014/main" id="{3407B80C-5340-1CC5-F032-8627F2545B4A}"/>
                </a:ext>
              </a:extLst>
            </p:cNvPr>
            <p:cNvCxnSpPr/>
            <p:nvPr/>
          </p:nvCxnSpPr>
          <p:spPr>
            <a:xfrm flipV="1">
              <a:off x="4401669" y="2985246"/>
              <a:ext cx="1873620" cy="179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02E9D82D-B4A3-33B6-7615-DF983954A2B8}"/>
                </a:ext>
              </a:extLst>
            </p:cNvPr>
            <p:cNvSpPr txBox="1"/>
            <p:nvPr/>
          </p:nvSpPr>
          <p:spPr>
            <a:xfrm>
              <a:off x="4513308" y="2674876"/>
              <a:ext cx="1649505" cy="35309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 dirty="0" err="1">
                  <a:ea typeface="맑은 고딕"/>
                </a:rPr>
                <a:t>Tick</a:t>
              </a:r>
              <a:r>
                <a:rPr lang="ko-KR" altLang="en-US" sz="1400" dirty="0">
                  <a:ea typeface="맑은 고딕"/>
                </a:rPr>
                <a:t>(</a:t>
              </a:r>
              <a:r>
                <a:rPr lang="ko-KR" altLang="en-US" sz="1400" dirty="0" err="1">
                  <a:ea typeface="맑은 고딕"/>
                </a:rPr>
                <a:t>n</a:t>
              </a:r>
              <a:r>
                <a:rPr lang="ko-KR" altLang="en-US" sz="1400" dirty="0">
                  <a:ea typeface="맑은 고딕"/>
                </a:rPr>
                <a:t>): </a:t>
              </a:r>
              <a:r>
                <a:rPr lang="ko-KR" altLang="en-US" sz="1400" dirty="0" err="1">
                  <a:ea typeface="맑은 고딕"/>
                </a:rPr>
                <a:t>SpawnActor</a:t>
              </a:r>
              <a:r>
                <a:rPr lang="ko-KR" altLang="en-US" dirty="0">
                  <a:ea typeface="맑은 고딕"/>
                </a:rPr>
                <a:t>​</a:t>
              </a:r>
              <a:endParaRPr lang="ko-KR" altLang="en-US" dirty="0" err="1"/>
            </a:p>
          </p:txBody>
        </p:sp>
      </p:grpSp>
      <p:grpSp>
        <p:nvGrpSpPr>
          <p:cNvPr id="330" name="그룹 329">
            <a:extLst>
              <a:ext uri="{FF2B5EF4-FFF2-40B4-BE49-F238E27FC236}">
                <a16:creationId xmlns:a16="http://schemas.microsoft.com/office/drawing/2014/main" id="{3818648F-038E-548F-B7CB-A84DEA393EAF}"/>
              </a:ext>
            </a:extLst>
          </p:cNvPr>
          <p:cNvGrpSpPr/>
          <p:nvPr/>
        </p:nvGrpSpPr>
        <p:grpSpPr>
          <a:xfrm>
            <a:off x="4361608" y="3424596"/>
            <a:ext cx="2693609" cy="327789"/>
            <a:chOff x="4398742" y="2689806"/>
            <a:chExt cx="1876547" cy="313368"/>
          </a:xfrm>
        </p:grpSpPr>
        <p:cxnSp>
          <p:nvCxnSpPr>
            <p:cNvPr id="331" name="직선 화살표 연결선 330">
              <a:extLst>
                <a:ext uri="{FF2B5EF4-FFF2-40B4-BE49-F238E27FC236}">
                  <a16:creationId xmlns:a16="http://schemas.microsoft.com/office/drawing/2014/main" id="{4D89171C-C027-7792-C3EB-1334CA1511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669" y="2985246"/>
              <a:ext cx="1873620" cy="179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BC09BDCC-90D3-E8F4-42E5-F1EFB369EA26}"/>
                </a:ext>
              </a:extLst>
            </p:cNvPr>
            <p:cNvSpPr txBox="1"/>
            <p:nvPr/>
          </p:nvSpPr>
          <p:spPr>
            <a:xfrm>
              <a:off x="4398742" y="2689806"/>
              <a:ext cx="1874339" cy="29423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 dirty="0" err="1">
                  <a:ea typeface="맑은 고딕"/>
                </a:rPr>
                <a:t>Tick</a:t>
              </a:r>
              <a:r>
                <a:rPr lang="ko-KR" altLang="en-US" sz="1400" dirty="0">
                  <a:ea typeface="맑은 고딕"/>
                </a:rPr>
                <a:t>(</a:t>
              </a:r>
              <a:r>
                <a:rPr lang="ko-KR" altLang="en-US" sz="1400" dirty="0" err="1">
                  <a:ea typeface="맑은 고딕"/>
                </a:rPr>
                <a:t>n</a:t>
              </a:r>
              <a:r>
                <a:rPr lang="ko-KR" altLang="en-US" sz="1400" dirty="0">
                  <a:ea typeface="맑은 고딕"/>
                </a:rPr>
                <a:t> + 1): </a:t>
              </a:r>
              <a:r>
                <a:rPr lang="ko-KR" altLang="en-US" sz="1400" dirty="0" err="1">
                  <a:ea typeface="맑은 고딕"/>
                </a:rPr>
                <a:t>SetActorTransform</a:t>
              </a:r>
              <a:r>
                <a:rPr lang="ko-KR" altLang="en-US" sz="1400" dirty="0">
                  <a:ea typeface="맑은 고딕"/>
                </a:rPr>
                <a:t> </a:t>
              </a:r>
              <a:endParaRPr lang="ko-KR" altLang="en-US" dirty="0">
                <a:ea typeface="맑은 고딕"/>
              </a:endParaRPr>
            </a:p>
          </p:txBody>
        </p:sp>
      </p:grp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3A389465-46C6-1A6B-2681-04ED8951770F}"/>
              </a:ext>
            </a:extLst>
          </p:cNvPr>
          <p:cNvGrpSpPr/>
          <p:nvPr/>
        </p:nvGrpSpPr>
        <p:grpSpPr>
          <a:xfrm>
            <a:off x="4361608" y="4195551"/>
            <a:ext cx="2693609" cy="327788"/>
            <a:chOff x="4398742" y="2689806"/>
            <a:chExt cx="1876547" cy="313368"/>
          </a:xfrm>
        </p:grpSpPr>
        <p:cxnSp>
          <p:nvCxnSpPr>
            <p:cNvPr id="334" name="직선 화살표 연결선 333">
              <a:extLst>
                <a:ext uri="{FF2B5EF4-FFF2-40B4-BE49-F238E27FC236}">
                  <a16:creationId xmlns:a16="http://schemas.microsoft.com/office/drawing/2014/main" id="{7A9CF676-2296-E446-8A2E-44F52BDF21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669" y="2985246"/>
              <a:ext cx="1873620" cy="179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B9328FA2-72F3-2AE1-69B1-7D581D2F6F48}"/>
                </a:ext>
              </a:extLst>
            </p:cNvPr>
            <p:cNvSpPr txBox="1"/>
            <p:nvPr/>
          </p:nvSpPr>
          <p:spPr>
            <a:xfrm>
              <a:off x="4398742" y="2689806"/>
              <a:ext cx="1874339" cy="29423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 dirty="0" err="1">
                  <a:ea typeface="맑은 고딕"/>
                </a:rPr>
                <a:t>Tick</a:t>
              </a:r>
              <a:r>
                <a:rPr lang="ko-KR" altLang="en-US" sz="1400" dirty="0">
                  <a:ea typeface="맑은 고딕"/>
                </a:rPr>
                <a:t>(</a:t>
              </a:r>
              <a:r>
                <a:rPr lang="ko-KR" altLang="en-US" sz="1400" dirty="0" err="1">
                  <a:ea typeface="맑은 고딕"/>
                </a:rPr>
                <a:t>n</a:t>
              </a:r>
              <a:r>
                <a:rPr lang="ko-KR" altLang="en-US" sz="1400" dirty="0">
                  <a:ea typeface="맑은 고딕"/>
                </a:rPr>
                <a:t> + 2): </a:t>
              </a:r>
              <a:r>
                <a:rPr lang="ko-KR" altLang="en-US" sz="1400" dirty="0" err="1">
                  <a:ea typeface="맑은 고딕"/>
                </a:rPr>
                <a:t>SetActorTransform</a:t>
              </a:r>
              <a:r>
                <a:rPr lang="ko-KR" altLang="en-US" sz="1400" dirty="0">
                  <a:ea typeface="맑은 고딕"/>
                </a:rPr>
                <a:t> </a:t>
              </a:r>
              <a:endParaRPr lang="ko-KR" altLang="en-US" dirty="0">
                <a:ea typeface="맑은 고딕"/>
              </a:endParaRP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0ACC281-E5C9-0060-5125-566E4937DD8A}"/>
              </a:ext>
            </a:extLst>
          </p:cNvPr>
          <p:cNvSpPr/>
          <p:nvPr/>
        </p:nvSpPr>
        <p:spPr>
          <a:xfrm>
            <a:off x="8337176" y="4742328"/>
            <a:ext cx="1783976" cy="762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ea typeface="맑은 고딕"/>
              </a:rPr>
              <a:t>Projectile</a:t>
            </a:r>
            <a:br>
              <a:rPr lang="ko-KR" altLang="en-US" sz="1400" dirty="0">
                <a:solidFill>
                  <a:schemeClr val="tx1"/>
                </a:solidFill>
                <a:ea typeface="맑은 고딕"/>
              </a:rPr>
            </a:br>
            <a:r>
              <a:rPr lang="ko-KR" altLang="en-US" sz="1400" dirty="0" err="1">
                <a:solidFill>
                  <a:schemeClr val="tx1"/>
                </a:solidFill>
                <a:ea typeface="맑은 고딕"/>
              </a:rPr>
              <a:t>Movement</a:t>
            </a:r>
            <a:br>
              <a:rPr lang="ko-KR" altLang="en-US" sz="1400" dirty="0">
                <a:ea typeface="맑은 고딕"/>
              </a:rPr>
            </a:br>
            <a:r>
              <a:rPr lang="ko-KR" altLang="en-US" sz="1400" dirty="0" err="1">
                <a:solidFill>
                  <a:schemeClr val="tx1"/>
                </a:solidFill>
                <a:ea typeface="맑은 고딕"/>
              </a:rPr>
              <a:t>Component</a:t>
            </a:r>
          </a:p>
        </p:txBody>
      </p:sp>
    </p:spTree>
    <p:extLst>
      <p:ext uri="{BB962C8B-B14F-4D97-AF65-F5344CB8AC3E}">
        <p14:creationId xmlns:p14="http://schemas.microsoft.com/office/powerpoint/2010/main" val="134976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6BBD4-1330-D443-7403-454695F73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b="1" dirty="0" err="1">
                <a:latin typeface="Malgun Gothic"/>
                <a:ea typeface="Malgun Gothic"/>
              </a:rPr>
              <a:t>Spline</a:t>
            </a:r>
            <a:endParaRPr lang="ko-KR" dirty="0" err="1">
              <a:latin typeface="Malgun Gothic"/>
              <a:ea typeface="Malgun Gothic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559D8-6ED5-6B2E-8B39-F32B80DBB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3차 </a:t>
            </a:r>
            <a:r>
              <a:rPr lang="ko-KR" altLang="en-US" dirty="0" err="1">
                <a:ea typeface="맑은 고딕"/>
              </a:rPr>
              <a:t>베지에</a:t>
            </a:r>
            <a:r>
              <a:rPr lang="ko-KR" altLang="en-US" dirty="0">
                <a:ea typeface="맑은 고딕"/>
              </a:rPr>
              <a:t> 곡선을 이어서 </a:t>
            </a:r>
            <a:r>
              <a:rPr lang="ko-KR" altLang="en-US" dirty="0" err="1">
                <a:ea typeface="맑은 고딕"/>
              </a:rPr>
              <a:t>Spline을</a:t>
            </a:r>
            <a:r>
              <a:rPr lang="ko-KR" altLang="en-US" dirty="0">
                <a:ea typeface="맑은 고딕"/>
              </a:rPr>
              <a:t> 제작</a:t>
            </a:r>
          </a:p>
        </p:txBody>
      </p:sp>
      <p:pic>
        <p:nvPicPr>
          <p:cNvPr id="5" name="그림 4" descr="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10E337-4CED-B7E2-DBD9-827CEEE80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37" y="2976460"/>
            <a:ext cx="785812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21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0CDCB-822C-815E-44D0-B352145A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A98E3-44A0-61DA-16B9-AE51378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ea typeface="맑은 고딕"/>
              </a:rPr>
              <a:t>Load</a:t>
            </a:r>
            <a:r>
              <a:rPr lang="ko-KR" altLang="en-US" b="1" dirty="0">
                <a:ea typeface="맑은 고딕"/>
              </a:rPr>
              <a:t> </a:t>
            </a:r>
            <a:r>
              <a:rPr lang="ko-KR" altLang="en-US" b="1" dirty="0" err="1">
                <a:ea typeface="맑은 고딕"/>
              </a:rPr>
              <a:t>Spline</a:t>
            </a:r>
          </a:p>
        </p:txBody>
      </p:sp>
      <p:pic>
        <p:nvPicPr>
          <p:cNvPr id="3" name="그림 2" descr="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57EC42-6FC5-B170-0864-9041E51B0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49" y="2146118"/>
            <a:ext cx="2660837" cy="299981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4B7C9DC-5B6A-66E5-BFF5-54D57B52A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523" y="5158451"/>
            <a:ext cx="1190625" cy="457200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45D3E419-39BA-6E9F-5FE3-354BC91C3DF9}"/>
              </a:ext>
            </a:extLst>
          </p:cNvPr>
          <p:cNvSpPr/>
          <p:nvPr/>
        </p:nvSpPr>
        <p:spPr>
          <a:xfrm>
            <a:off x="3816128" y="3202329"/>
            <a:ext cx="771644" cy="8970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C5F32-FB06-FB16-0548-665EF86AAB16}"/>
              </a:ext>
            </a:extLst>
          </p:cNvPr>
          <p:cNvSpPr txBox="1"/>
          <p:nvPr/>
        </p:nvSpPr>
        <p:spPr>
          <a:xfrm>
            <a:off x="4585957" y="3358701"/>
            <a:ext cx="13696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3200">
                <a:ea typeface="맑은 고딕"/>
              </a:rPr>
              <a:t>.</a:t>
            </a:r>
            <a:r>
              <a:rPr lang="ko-KR" altLang="en-US" sz="3200" err="1">
                <a:ea typeface="맑은 고딕"/>
              </a:rPr>
              <a:t>json</a:t>
            </a:r>
            <a:endParaRPr lang="ko-KR" altLang="en-US" sz="3200" err="1"/>
          </a:p>
        </p:txBody>
      </p:sp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A98A19-B9FA-ADC8-A47A-62D1B7527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553" y="2639825"/>
            <a:ext cx="5112684" cy="200865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31354F9-4960-6CE1-51B2-D5A16D0E71C4}"/>
              </a:ext>
            </a:extLst>
          </p:cNvPr>
          <p:cNvSpPr/>
          <p:nvPr/>
        </p:nvSpPr>
        <p:spPr>
          <a:xfrm>
            <a:off x="5949728" y="3202329"/>
            <a:ext cx="771644" cy="8970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32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1837E-5833-2336-343D-4997DDA8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535087D-734C-557F-A5F5-03841D7D3114}"/>
              </a:ext>
            </a:extLst>
          </p:cNvPr>
          <p:cNvCxnSpPr>
            <a:cxnSpLocks/>
          </p:cNvCxnSpPr>
          <p:nvPr/>
        </p:nvCxnSpPr>
        <p:spPr>
          <a:xfrm>
            <a:off x="7063627" y="2864784"/>
            <a:ext cx="237567" cy="935128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F45D6F1-C2AA-A1DA-CFC5-E2B1E0D732E6}"/>
              </a:ext>
            </a:extLst>
          </p:cNvPr>
          <p:cNvCxnSpPr/>
          <p:nvPr/>
        </p:nvCxnSpPr>
        <p:spPr>
          <a:xfrm flipH="1">
            <a:off x="2594724" y="2918572"/>
            <a:ext cx="219633" cy="1804705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121FB02-A891-9B77-D8DE-D572DBD26221}"/>
              </a:ext>
            </a:extLst>
          </p:cNvPr>
          <p:cNvCxnSpPr>
            <a:cxnSpLocks/>
          </p:cNvCxnSpPr>
          <p:nvPr/>
        </p:nvCxnSpPr>
        <p:spPr>
          <a:xfrm flipH="1">
            <a:off x="6817101" y="3761254"/>
            <a:ext cx="497538" cy="926164"/>
          </a:xfrm>
          <a:prstGeom prst="straightConnector1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4EBB918B-7B10-B5FE-0C0A-29F724CD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ea typeface="맑은 고딕"/>
              </a:rPr>
              <a:t>Spline</a:t>
            </a:r>
            <a:r>
              <a:rPr lang="ko-KR" altLang="en-US" b="1" dirty="0">
                <a:ea typeface="맑은 고딕"/>
              </a:rPr>
              <a:t> LUT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A24DA-2BAA-C1AE-5731-C2FFA9B4B04D}"/>
              </a:ext>
            </a:extLst>
          </p:cNvPr>
          <p:cNvSpPr txBox="1"/>
          <p:nvPr/>
        </p:nvSpPr>
        <p:spPr>
          <a:xfrm>
            <a:off x="842682" y="1532964"/>
            <a:ext cx="105155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일정한 속도로 </a:t>
            </a:r>
            <a:r>
              <a:rPr lang="ko-KR" altLang="en-US" dirty="0" err="1">
                <a:ea typeface="맑은 고딕"/>
              </a:rPr>
              <a:t>Spline을</a:t>
            </a:r>
            <a:r>
              <a:rPr lang="ko-KR" altLang="en-US" dirty="0">
                <a:ea typeface="맑은 고딕"/>
              </a:rPr>
              <a:t> 따라 이동 -&gt; </a:t>
            </a:r>
            <a:r>
              <a:rPr lang="ko-KR" altLang="en-US" dirty="0" err="1">
                <a:ea typeface="맑은 고딕"/>
              </a:rPr>
              <a:t>Spline의</a:t>
            </a:r>
            <a:r>
              <a:rPr lang="ko-KR" altLang="en-US" dirty="0">
                <a:ea typeface="맑은 고딕"/>
              </a:rPr>
              <a:t> 길이가 필요 -&gt; </a:t>
            </a:r>
            <a:r>
              <a:rPr lang="ko-KR" altLang="en-US" dirty="0" err="1">
                <a:ea typeface="맑은 고딕"/>
              </a:rPr>
              <a:t>베지에</a:t>
            </a:r>
            <a:r>
              <a:rPr lang="ko-KR" altLang="en-US" dirty="0">
                <a:ea typeface="맑은 고딕"/>
              </a:rPr>
              <a:t> 곡선의 점을 샘플링</a:t>
            </a:r>
          </a:p>
        </p:txBody>
      </p:sp>
      <p:sp>
        <p:nvSpPr>
          <p:cNvPr id="10" name="원호 9">
            <a:extLst>
              <a:ext uri="{FF2B5EF4-FFF2-40B4-BE49-F238E27FC236}">
                <a16:creationId xmlns:a16="http://schemas.microsoft.com/office/drawing/2014/main" id="{EAC9EEC9-E575-1ED2-62F5-2CB1C9987F8C}"/>
              </a:ext>
            </a:extLst>
          </p:cNvPr>
          <p:cNvSpPr/>
          <p:nvPr/>
        </p:nvSpPr>
        <p:spPr>
          <a:xfrm rot="3540000">
            <a:off x="385483" y="2353236"/>
            <a:ext cx="2904563" cy="2259105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9A22E70-337F-9882-0FFA-1923544AE5B5}"/>
              </a:ext>
            </a:extLst>
          </p:cNvPr>
          <p:cNvSpPr/>
          <p:nvPr/>
        </p:nvSpPr>
        <p:spPr>
          <a:xfrm>
            <a:off x="2554941" y="4688540"/>
            <a:ext cx="71717" cy="8068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FFB07C5-141D-BD07-0D71-E7A08A609E34}"/>
              </a:ext>
            </a:extLst>
          </p:cNvPr>
          <p:cNvSpPr/>
          <p:nvPr/>
        </p:nvSpPr>
        <p:spPr>
          <a:xfrm>
            <a:off x="2779058" y="2868704"/>
            <a:ext cx="71717" cy="8068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DE7E42F-C9E1-8017-7D5A-4A3924D58BC4}"/>
              </a:ext>
            </a:extLst>
          </p:cNvPr>
          <p:cNvSpPr/>
          <p:nvPr/>
        </p:nvSpPr>
        <p:spPr>
          <a:xfrm>
            <a:off x="3030070" y="3774139"/>
            <a:ext cx="71717" cy="806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79691-9C74-6D81-AA7E-E251EC5AC941}"/>
              </a:ext>
            </a:extLst>
          </p:cNvPr>
          <p:cNvSpPr txBox="1"/>
          <p:nvPr/>
        </p:nvSpPr>
        <p:spPr>
          <a:xfrm>
            <a:off x="2775453" y="4582425"/>
            <a:ext cx="776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 err="1">
                <a:ea typeface="맑은 고딕"/>
              </a:rPr>
              <a:t>P</a:t>
            </a:r>
            <a:r>
              <a:rPr lang="ko-KR" altLang="en-US" dirty="0">
                <a:ea typeface="맑은 고딕"/>
              </a:rPr>
              <a:t>(t0)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12ADA9-E2C9-1C9A-ECB9-A3083B0F8AF7}"/>
              </a:ext>
            </a:extLst>
          </p:cNvPr>
          <p:cNvSpPr txBox="1"/>
          <p:nvPr/>
        </p:nvSpPr>
        <p:spPr>
          <a:xfrm>
            <a:off x="2972676" y="2762589"/>
            <a:ext cx="7132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 err="1">
                <a:ea typeface="맑은 고딕"/>
              </a:rPr>
              <a:t>P</a:t>
            </a:r>
            <a:r>
              <a:rPr lang="ko-KR" altLang="en-US" dirty="0">
                <a:ea typeface="맑은 고딕"/>
              </a:rPr>
              <a:t>(t1)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B8AB74-08DA-5983-ABAD-59A0AC291270}"/>
              </a:ext>
            </a:extLst>
          </p:cNvPr>
          <p:cNvSpPr txBox="1"/>
          <p:nvPr/>
        </p:nvSpPr>
        <p:spPr>
          <a:xfrm>
            <a:off x="3107146" y="3632165"/>
            <a:ext cx="18069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ea typeface="맑은 고딕"/>
              </a:rPr>
              <a:t>P</a:t>
            </a:r>
            <a:r>
              <a:rPr lang="ko-KR" altLang="en-US" dirty="0">
                <a:ea typeface="맑은 고딕"/>
              </a:rPr>
              <a:t>((t0 + t1) / 2)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5FB2591-8982-15CF-61EE-DCC7AB633264}"/>
              </a:ext>
            </a:extLst>
          </p:cNvPr>
          <p:cNvSpPr/>
          <p:nvPr/>
        </p:nvSpPr>
        <p:spPr>
          <a:xfrm>
            <a:off x="2671481" y="3818962"/>
            <a:ext cx="71717" cy="806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5EDCAF-0566-45B7-02A8-7270CEB0F22A}"/>
              </a:ext>
            </a:extLst>
          </p:cNvPr>
          <p:cNvSpPr txBox="1"/>
          <p:nvPr/>
        </p:nvSpPr>
        <p:spPr>
          <a:xfrm>
            <a:off x="570135" y="3632165"/>
            <a:ext cx="20579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dirty="0">
                <a:ea typeface="맑은 고딕"/>
              </a:rPr>
              <a:t>(</a:t>
            </a:r>
            <a:r>
              <a:rPr lang="ko-KR" altLang="en-US" dirty="0" err="1">
                <a:ea typeface="맑은 고딕"/>
              </a:rPr>
              <a:t>P</a:t>
            </a:r>
            <a:r>
              <a:rPr lang="ko-KR" altLang="en-US" dirty="0">
                <a:ea typeface="맑은 고딕"/>
              </a:rPr>
              <a:t>(t0) + </a:t>
            </a:r>
            <a:r>
              <a:rPr lang="ko-KR" altLang="en-US" dirty="0" err="1">
                <a:ea typeface="맑은 고딕"/>
              </a:rPr>
              <a:t>P</a:t>
            </a:r>
            <a:r>
              <a:rPr lang="ko-KR" altLang="en-US" dirty="0">
                <a:ea typeface="맑은 고딕"/>
              </a:rPr>
              <a:t>(t1)) / 2</a:t>
            </a: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1CFA77BD-602B-ABB6-245A-0393D6C4EDA5}"/>
              </a:ext>
            </a:extLst>
          </p:cNvPr>
          <p:cNvSpPr/>
          <p:nvPr/>
        </p:nvSpPr>
        <p:spPr>
          <a:xfrm rot="3540000">
            <a:off x="4625789" y="2317377"/>
            <a:ext cx="2904563" cy="2259105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BB4390F-3B98-2565-6713-B32D8DFF8989}"/>
              </a:ext>
            </a:extLst>
          </p:cNvPr>
          <p:cNvSpPr/>
          <p:nvPr/>
        </p:nvSpPr>
        <p:spPr>
          <a:xfrm>
            <a:off x="6795247" y="4652681"/>
            <a:ext cx="71717" cy="8068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182BB06-DE58-C3BD-1B7D-EE41BE280C0F}"/>
              </a:ext>
            </a:extLst>
          </p:cNvPr>
          <p:cNvSpPr/>
          <p:nvPr/>
        </p:nvSpPr>
        <p:spPr>
          <a:xfrm>
            <a:off x="7019364" y="2832845"/>
            <a:ext cx="71717" cy="8068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3414279-9AEA-9A19-FA62-8708526324B1}"/>
              </a:ext>
            </a:extLst>
          </p:cNvPr>
          <p:cNvSpPr/>
          <p:nvPr/>
        </p:nvSpPr>
        <p:spPr>
          <a:xfrm>
            <a:off x="7270376" y="3738280"/>
            <a:ext cx="71717" cy="8068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8B8ABF-F322-6D55-2412-00FA13E5648E}"/>
              </a:ext>
            </a:extLst>
          </p:cNvPr>
          <p:cNvSpPr txBox="1"/>
          <p:nvPr/>
        </p:nvSpPr>
        <p:spPr>
          <a:xfrm>
            <a:off x="7015759" y="4546566"/>
            <a:ext cx="7760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dirty="0" err="1">
                <a:ea typeface="맑은 고딕"/>
              </a:rPr>
              <a:t>P</a:t>
            </a:r>
            <a:r>
              <a:rPr lang="ko-KR" altLang="en-US" dirty="0">
                <a:ea typeface="맑은 고딕"/>
              </a:rPr>
              <a:t>(t0)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709610-BDCA-0BA3-03C5-41257FF29716}"/>
              </a:ext>
            </a:extLst>
          </p:cNvPr>
          <p:cNvSpPr txBox="1"/>
          <p:nvPr/>
        </p:nvSpPr>
        <p:spPr>
          <a:xfrm>
            <a:off x="7347452" y="3596306"/>
            <a:ext cx="18069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ea typeface="맑은 고딕"/>
              </a:rPr>
              <a:t>P</a:t>
            </a:r>
            <a:r>
              <a:rPr lang="ko-KR" altLang="en-US" dirty="0">
                <a:ea typeface="맑은 고딕"/>
              </a:rPr>
              <a:t>((t0 + t1) / 2)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C3A6B27-14D6-8D40-F9A6-1F7987F62120}"/>
              </a:ext>
            </a:extLst>
          </p:cNvPr>
          <p:cNvSpPr/>
          <p:nvPr/>
        </p:nvSpPr>
        <p:spPr>
          <a:xfrm>
            <a:off x="7028328" y="4186515"/>
            <a:ext cx="71717" cy="806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FBEFADA-E201-1AA5-4B83-2AD2CA9DE6E2}"/>
              </a:ext>
            </a:extLst>
          </p:cNvPr>
          <p:cNvSpPr/>
          <p:nvPr/>
        </p:nvSpPr>
        <p:spPr>
          <a:xfrm>
            <a:off x="7144869" y="4267198"/>
            <a:ext cx="71717" cy="806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01611AD5-1CFC-0B10-EA19-9463967EC78A}"/>
              </a:ext>
            </a:extLst>
          </p:cNvPr>
          <p:cNvSpPr/>
          <p:nvPr/>
        </p:nvSpPr>
        <p:spPr>
          <a:xfrm>
            <a:off x="5484158" y="3359524"/>
            <a:ext cx="609600" cy="8381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DAF1269F-C85A-9D94-AC24-2395C5A83B80}"/>
              </a:ext>
            </a:extLst>
          </p:cNvPr>
          <p:cNvSpPr/>
          <p:nvPr/>
        </p:nvSpPr>
        <p:spPr>
          <a:xfrm>
            <a:off x="9303123" y="3386418"/>
            <a:ext cx="609600" cy="8381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9546792-60B5-1EC2-F840-942ADD1AE230}"/>
              </a:ext>
            </a:extLst>
          </p:cNvPr>
          <p:cNvGrpSpPr/>
          <p:nvPr/>
        </p:nvGrpSpPr>
        <p:grpSpPr>
          <a:xfrm>
            <a:off x="10432116" y="3732117"/>
            <a:ext cx="704851" cy="166409"/>
            <a:chOff x="10432116" y="3732117"/>
            <a:chExt cx="704851" cy="166409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101B50A-0A0F-9D56-980A-51391BCA277F}"/>
                </a:ext>
              </a:extLst>
            </p:cNvPr>
            <p:cNvSpPr/>
            <p:nvPr/>
          </p:nvSpPr>
          <p:spPr>
            <a:xfrm>
              <a:off x="10432116" y="3732117"/>
              <a:ext cx="149039" cy="16640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3B303D8-BA70-35C7-A737-4075C7E282EA}"/>
                </a:ext>
              </a:extLst>
            </p:cNvPr>
            <p:cNvSpPr/>
            <p:nvPr/>
          </p:nvSpPr>
          <p:spPr>
            <a:xfrm>
              <a:off x="10710022" y="3732117"/>
              <a:ext cx="149039" cy="16640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8C49052-0066-0FF0-20F3-72ABBA81E9FD}"/>
                </a:ext>
              </a:extLst>
            </p:cNvPr>
            <p:cNvSpPr/>
            <p:nvPr/>
          </p:nvSpPr>
          <p:spPr>
            <a:xfrm>
              <a:off x="10987928" y="3732117"/>
              <a:ext cx="149039" cy="16640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타원 39">
            <a:extLst>
              <a:ext uri="{FF2B5EF4-FFF2-40B4-BE49-F238E27FC236}">
                <a16:creationId xmlns:a16="http://schemas.microsoft.com/office/drawing/2014/main" id="{6773A766-D03B-3190-BB19-AF03E167A35F}"/>
              </a:ext>
            </a:extLst>
          </p:cNvPr>
          <p:cNvSpPr/>
          <p:nvPr/>
        </p:nvSpPr>
        <p:spPr>
          <a:xfrm>
            <a:off x="7225551" y="3290044"/>
            <a:ext cx="71717" cy="806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E1FD5CF-315D-2D60-812F-18ED292B2741}"/>
              </a:ext>
            </a:extLst>
          </p:cNvPr>
          <p:cNvSpPr/>
          <p:nvPr/>
        </p:nvSpPr>
        <p:spPr>
          <a:xfrm>
            <a:off x="7153833" y="3307973"/>
            <a:ext cx="71717" cy="8068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61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6DD5D-1499-68BF-8F0D-2437FB6E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59965-0B8E-D888-6BB9-C1BF2BD3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ea typeface="맑은 고딕"/>
              </a:rPr>
              <a:t>Spline</a:t>
            </a:r>
            <a:r>
              <a:rPr lang="ko-KR" altLang="en-US" b="1" dirty="0">
                <a:ea typeface="맑은 고딕"/>
              </a:rPr>
              <a:t> LUT</a:t>
            </a:r>
          </a:p>
        </p:txBody>
      </p:sp>
      <p:pic>
        <p:nvPicPr>
          <p:cNvPr id="3" name="그림 2" descr="라인, 바닥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F27F28-385F-D07B-C3B9-4387483E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777" y="1682545"/>
            <a:ext cx="6144445" cy="446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4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7D5D-4207-D8ED-4AB9-8D31D69F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E33C9-35A1-13C3-92DC-87997294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물리 엔진</a:t>
            </a: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9F24D35B-8CA6-8A52-FA45-42ED470C9782}"/>
              </a:ext>
            </a:extLst>
          </p:cNvPr>
          <p:cNvGrpSpPr/>
          <p:nvPr/>
        </p:nvGrpSpPr>
        <p:grpSpPr>
          <a:xfrm>
            <a:off x="1123950" y="1861778"/>
            <a:ext cx="5495925" cy="4786672"/>
            <a:chOff x="3362325" y="1795103"/>
            <a:chExt cx="5495925" cy="478667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B08696C-12A4-A6FC-7A28-4F72572AFB07}"/>
                </a:ext>
              </a:extLst>
            </p:cNvPr>
            <p:cNvSpPr txBox="1"/>
            <p:nvPr/>
          </p:nvSpPr>
          <p:spPr>
            <a:xfrm>
              <a:off x="4648405" y="1795103"/>
              <a:ext cx="290143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3600" b="1" err="1">
                  <a:ea typeface="맑은 고딕"/>
                </a:rPr>
                <a:t>Jolt</a:t>
              </a:r>
              <a:r>
                <a:rPr lang="ko-KR" altLang="en-US" sz="3600" b="1" dirty="0">
                  <a:ea typeface="맑은 고딕"/>
                </a:rPr>
                <a:t> </a:t>
              </a:r>
              <a:r>
                <a:rPr lang="ko-KR" altLang="en-US" sz="3600" b="1" err="1">
                  <a:ea typeface="맑은 고딕"/>
                </a:rPr>
                <a:t>Physics</a:t>
              </a:r>
              <a:endParaRPr lang="ko-KR" altLang="en-US" sz="3600" b="1">
                <a:ea typeface="맑은 고딕"/>
              </a:endParaRPr>
            </a:p>
          </p:txBody>
        </p:sp>
        <p:sp>
          <p:nvSpPr>
            <p:cNvPr id="6" name="화살표: 왼쪽/오른쪽 5">
              <a:extLst>
                <a:ext uri="{FF2B5EF4-FFF2-40B4-BE49-F238E27FC236}">
                  <a16:creationId xmlns:a16="http://schemas.microsoft.com/office/drawing/2014/main" id="{82F60749-1E39-8E6B-A92D-8C91C31E4623}"/>
                </a:ext>
              </a:extLst>
            </p:cNvPr>
            <p:cNvSpPr/>
            <p:nvPr/>
          </p:nvSpPr>
          <p:spPr>
            <a:xfrm rot="5400000">
              <a:off x="5615088" y="2826621"/>
              <a:ext cx="981074" cy="542924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7" name="다이어그램 6">
              <a:extLst>
                <a:ext uri="{FF2B5EF4-FFF2-40B4-BE49-F238E27FC236}">
                  <a16:creationId xmlns:a16="http://schemas.microsoft.com/office/drawing/2014/main" id="{F5994EAB-F18C-E083-128F-CF2F7FB179F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19775556"/>
                </p:ext>
              </p:extLst>
            </p:nvPr>
          </p:nvGraphicFramePr>
          <p:xfrm>
            <a:off x="3362325" y="3095625"/>
            <a:ext cx="5495925" cy="34861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79396991-3C12-0214-91EB-46CC3DBA7AA5}"/>
              </a:ext>
            </a:extLst>
          </p:cNvPr>
          <p:cNvGrpSpPr/>
          <p:nvPr/>
        </p:nvGrpSpPr>
        <p:grpSpPr>
          <a:xfrm>
            <a:off x="8181975" y="2028825"/>
            <a:ext cx="2381250" cy="3742203"/>
            <a:chOff x="8039100" y="1695450"/>
            <a:chExt cx="2381250" cy="3742203"/>
          </a:xfrm>
        </p:grpSpPr>
        <p:pic>
          <p:nvPicPr>
            <p:cNvPr id="289" name="그림 288" descr="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63E01D9-4649-B777-5EA5-B3E2C0522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9100" y="1695450"/>
              <a:ext cx="2381250" cy="2190750"/>
            </a:xfrm>
            <a:prstGeom prst="rect">
              <a:avLst/>
            </a:prstGeom>
          </p:spPr>
        </p:pic>
        <p:sp>
          <p:nvSpPr>
            <p:cNvPr id="291" name="사각형: 둥근 모서리 290">
              <a:extLst>
                <a:ext uri="{FF2B5EF4-FFF2-40B4-BE49-F238E27FC236}">
                  <a16:creationId xmlns:a16="http://schemas.microsoft.com/office/drawing/2014/main" id="{CCCFDA31-E961-85AD-E848-1E8ED04F11E9}"/>
                </a:ext>
              </a:extLst>
            </p:cNvPr>
            <p:cNvSpPr/>
            <p:nvPr/>
          </p:nvSpPr>
          <p:spPr>
            <a:xfrm>
              <a:off x="8365751" y="3913653"/>
              <a:ext cx="1783976" cy="762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400" dirty="0" err="1">
                  <a:solidFill>
                    <a:schemeClr val="tx1"/>
                  </a:solidFill>
                  <a:ea typeface="맑은 고딕"/>
                </a:rPr>
                <a:t>BoxComponent</a:t>
              </a:r>
              <a:endParaRPr lang="ko-KR" dirty="0" err="1"/>
            </a:p>
          </p:txBody>
        </p:sp>
        <p:sp>
          <p:nvSpPr>
            <p:cNvPr id="293" name="사각형: 둥근 모서리 292">
              <a:extLst>
                <a:ext uri="{FF2B5EF4-FFF2-40B4-BE49-F238E27FC236}">
                  <a16:creationId xmlns:a16="http://schemas.microsoft.com/office/drawing/2014/main" id="{B43CCCFF-64D7-13E5-67C1-67D368D03652}"/>
                </a:ext>
              </a:extLst>
            </p:cNvPr>
            <p:cNvSpPr/>
            <p:nvPr/>
          </p:nvSpPr>
          <p:spPr>
            <a:xfrm>
              <a:off x="8365751" y="4675653"/>
              <a:ext cx="1783976" cy="762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sz="1400" dirty="0" err="1">
                  <a:solidFill>
                    <a:schemeClr val="tx1"/>
                  </a:solidFill>
                  <a:latin typeface="Malgun Gothic"/>
                  <a:ea typeface="Malgun Gothic"/>
                </a:rPr>
                <a:t>StaticMesh</a:t>
              </a:r>
              <a:br>
                <a:rPr lang="ko-KR" sz="1400" dirty="0">
                  <a:solidFill>
                    <a:schemeClr val="tx1"/>
                  </a:solidFill>
                  <a:latin typeface="Malgun Gothic"/>
                  <a:ea typeface="Malgun Gothic"/>
                </a:rPr>
              </a:br>
              <a:r>
                <a:rPr lang="ko-KR" sz="1400" dirty="0" err="1">
                  <a:solidFill>
                    <a:schemeClr val="tx1"/>
                  </a:solidFill>
                  <a:latin typeface="Malgun Gothic"/>
                  <a:ea typeface="Malgun Gothic"/>
                </a:rPr>
                <a:t>Component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6625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A366F-29D3-5A29-5918-13015E13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ED5E9-DF18-6A42-11D7-F70CC675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물리 엔진</a:t>
            </a:r>
          </a:p>
        </p:txBody>
      </p:sp>
      <p:pic>
        <p:nvPicPr>
          <p:cNvPr id="30" name="그림 29" descr="하늘, 눈, 스크린샷, 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106003-2196-6F1F-5B82-D2A64F3E6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58" y="2124075"/>
            <a:ext cx="2743200" cy="2609850"/>
          </a:xfrm>
          <a:prstGeom prst="rect">
            <a:avLst/>
          </a:prstGeom>
        </p:spPr>
      </p:pic>
      <p:pic>
        <p:nvPicPr>
          <p:cNvPr id="31" name="그림 30" descr="하늘, 산, 스크린샷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CC1629-5934-68C8-A000-4D94464EE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736" y="2265619"/>
            <a:ext cx="2228850" cy="2343150"/>
          </a:xfrm>
          <a:prstGeom prst="rect">
            <a:avLst/>
          </a:prstGeom>
        </p:spPr>
      </p:pic>
      <p:pic>
        <p:nvPicPr>
          <p:cNvPr id="32" name="그림 31" descr="하늘, 눈, 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3EA705-FE5C-0238-A9F1-9693E97D5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585" y="2281237"/>
            <a:ext cx="2552700" cy="229552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DC5392D-1BEA-D937-9944-DADF5C0A3A1B}"/>
              </a:ext>
            </a:extLst>
          </p:cNvPr>
          <p:cNvSpPr txBox="1"/>
          <p:nvPr/>
        </p:nvSpPr>
        <p:spPr>
          <a:xfrm>
            <a:off x="2047260" y="4740173"/>
            <a:ext cx="8286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b="1" dirty="0">
                <a:ea typeface="맑은 고딕"/>
              </a:rPr>
              <a:t>4</a:t>
            </a:r>
            <a:endParaRPr lang="ko-KR" altLang="en-US" sz="2000" b="1">
              <a:ea typeface="맑은 고딕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D133DE-8DA8-4C95-6971-5952AD50FE33}"/>
              </a:ext>
            </a:extLst>
          </p:cNvPr>
          <p:cNvSpPr txBox="1"/>
          <p:nvPr/>
        </p:nvSpPr>
        <p:spPr>
          <a:xfrm>
            <a:off x="5226356" y="4740173"/>
            <a:ext cx="8286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b="1" dirty="0">
                <a:ea typeface="맑은 고딕"/>
              </a:rPr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1642CD-DF19-27F4-6159-2990B368227A}"/>
              </a:ext>
            </a:extLst>
          </p:cNvPr>
          <p:cNvSpPr txBox="1"/>
          <p:nvPr/>
        </p:nvSpPr>
        <p:spPr>
          <a:xfrm>
            <a:off x="8307130" y="4740172"/>
            <a:ext cx="8286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b="1" dirty="0">
                <a:ea typeface="맑은 고딕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67090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E7CE5-2A5A-CD17-5583-005ADC5F2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B3776-75AA-5FF3-D92D-7AB8EEB3F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변경된 </a:t>
            </a:r>
            <a:r>
              <a:rPr lang="ko-KR" altLang="en-US" b="1" dirty="0" err="1">
                <a:ea typeface="맑은 고딕"/>
              </a:rPr>
              <a:t>Tick</a:t>
            </a:r>
            <a:r>
              <a:rPr lang="ko-KR" altLang="en-US" b="1" dirty="0">
                <a:ea typeface="맑은 고딕"/>
              </a:rPr>
              <a:t> 구조</a:t>
            </a:r>
          </a:p>
        </p:txBody>
      </p:sp>
      <p:grpSp>
        <p:nvGrpSpPr>
          <p:cNvPr id="1185" name="그룹 1184">
            <a:extLst>
              <a:ext uri="{FF2B5EF4-FFF2-40B4-BE49-F238E27FC236}">
                <a16:creationId xmlns:a16="http://schemas.microsoft.com/office/drawing/2014/main" id="{3C59E752-48EF-394A-57C2-B637D72A1ECF}"/>
              </a:ext>
            </a:extLst>
          </p:cNvPr>
          <p:cNvGrpSpPr/>
          <p:nvPr/>
        </p:nvGrpSpPr>
        <p:grpSpPr>
          <a:xfrm>
            <a:off x="0" y="2009877"/>
            <a:ext cx="7620000" cy="3657600"/>
            <a:chOff x="0" y="2009877"/>
            <a:chExt cx="7620000" cy="3657600"/>
          </a:xfrm>
        </p:grpSpPr>
        <p:graphicFrame>
          <p:nvGraphicFramePr>
            <p:cNvPr id="22" name="다이어그램 21">
              <a:extLst>
                <a:ext uri="{FF2B5EF4-FFF2-40B4-BE49-F238E27FC236}">
                  <a16:creationId xmlns:a16="http://schemas.microsoft.com/office/drawing/2014/main" id="{E6631346-8863-3FF8-026E-FD909DF054D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04231713"/>
                </p:ext>
              </p:extLst>
            </p:nvPr>
          </p:nvGraphicFramePr>
          <p:xfrm>
            <a:off x="0" y="2009877"/>
            <a:ext cx="4572000" cy="36576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825" name="다이어그램 824">
              <a:extLst>
                <a:ext uri="{FF2B5EF4-FFF2-40B4-BE49-F238E27FC236}">
                  <a16:creationId xmlns:a16="http://schemas.microsoft.com/office/drawing/2014/main" id="{98B46BBB-79B6-5DF9-2963-7EBB4D69365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67698189"/>
                </p:ext>
              </p:extLst>
            </p:nvPr>
          </p:nvGraphicFramePr>
          <p:xfrm>
            <a:off x="3048000" y="2009877"/>
            <a:ext cx="4572000" cy="36576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cxnSp>
          <p:nvCxnSpPr>
            <p:cNvPr id="1184" name="연결선: 꺾임 1183">
              <a:extLst>
                <a:ext uri="{FF2B5EF4-FFF2-40B4-BE49-F238E27FC236}">
                  <a16:creationId xmlns:a16="http://schemas.microsoft.com/office/drawing/2014/main" id="{48AE35E9-AB99-9E32-0A11-B94759CAC5A8}"/>
                </a:ext>
              </a:extLst>
            </p:cNvPr>
            <p:cNvCxnSpPr/>
            <p:nvPr/>
          </p:nvCxnSpPr>
          <p:spPr>
            <a:xfrm flipV="1">
              <a:off x="3258267" y="2363940"/>
              <a:ext cx="1110122" cy="2949267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2" name="화살표: 오른쪽 1201">
            <a:extLst>
              <a:ext uri="{FF2B5EF4-FFF2-40B4-BE49-F238E27FC236}">
                <a16:creationId xmlns:a16="http://schemas.microsoft.com/office/drawing/2014/main" id="{14B49AF7-FC07-F372-3CA4-A106A7D87CA2}"/>
              </a:ext>
            </a:extLst>
          </p:cNvPr>
          <p:cNvSpPr/>
          <p:nvPr/>
        </p:nvSpPr>
        <p:spPr>
          <a:xfrm>
            <a:off x="6462660" y="2181224"/>
            <a:ext cx="1288127" cy="27499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671CC3D6-56DB-A453-A46A-021CEB49F1B8}"/>
              </a:ext>
            </a:extLst>
          </p:cNvPr>
          <p:cNvSpPr txBox="1"/>
          <p:nvPr/>
        </p:nvSpPr>
        <p:spPr>
          <a:xfrm>
            <a:off x="8038998" y="2013564"/>
            <a:ext cx="367490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실제 물리 이벤트는 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"</a:t>
            </a:r>
            <a:r>
              <a:rPr lang="ko-KR" altLang="en-US" dirty="0" err="1">
                <a:ea typeface="맑은 고딕"/>
              </a:rPr>
              <a:t>Simulate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Physics</a:t>
            </a:r>
            <a:r>
              <a:rPr lang="ko-KR" altLang="en-US" dirty="0">
                <a:ea typeface="맑은 고딕"/>
              </a:rPr>
              <a:t>" 단계에 발생</a:t>
            </a: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r>
              <a:rPr lang="ko-KR" altLang="en-US" dirty="0" err="1">
                <a:ea typeface="맑은 고딕"/>
              </a:rPr>
              <a:t>But</a:t>
            </a:r>
            <a:r>
              <a:rPr lang="ko-KR" altLang="en-US" dirty="0">
                <a:ea typeface="맑은 고딕"/>
              </a:rPr>
              <a:t>, 바로 이벤트를 처리할 경우 "</a:t>
            </a:r>
            <a:r>
              <a:rPr lang="ko-KR" altLang="en-US" dirty="0" err="1">
                <a:ea typeface="맑은 고딕"/>
              </a:rPr>
              <a:t>Update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from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Jolt</a:t>
            </a:r>
            <a:r>
              <a:rPr lang="ko-KR" altLang="en-US" dirty="0">
                <a:ea typeface="맑은 고딕"/>
              </a:rPr>
              <a:t>" 단계에 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의해 </a:t>
            </a:r>
            <a:r>
              <a:rPr lang="ko-KR" altLang="en-US" dirty="0" err="1">
                <a:ea typeface="맑은 고딕"/>
              </a:rPr>
              <a:t>Transform정보가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덮어쓰여질</a:t>
            </a:r>
            <a:r>
              <a:rPr lang="ko-KR" altLang="en-US" dirty="0">
                <a:ea typeface="맑은 고딕"/>
              </a:rPr>
              <a:t> 수 있음</a:t>
            </a:r>
            <a:endParaRPr lang="ko-KR" dirty="0"/>
          </a:p>
          <a:p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따라서 </a:t>
            </a:r>
            <a:r>
              <a:rPr lang="ko-KR" altLang="en-US" dirty="0" err="1">
                <a:ea typeface="맑은 고딕"/>
              </a:rPr>
              <a:t>Queue에</a:t>
            </a:r>
            <a:r>
              <a:rPr lang="ko-KR" altLang="en-US" dirty="0">
                <a:ea typeface="맑은 고딕"/>
              </a:rPr>
              <a:t> 저장해 두고 나중에 처리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388635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A7F34-97CA-8AB3-AC4F-65E4F499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175E49-36AA-6C26-51E9-AB951944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물리 이벤트 처리: </a:t>
            </a:r>
            <a:r>
              <a:rPr lang="ko-KR" altLang="en-US" b="1" dirty="0" err="1">
                <a:ea typeface="맑은 고딕"/>
              </a:rPr>
              <a:t>Delegate</a:t>
            </a:r>
            <a:r>
              <a:rPr lang="ko-KR" altLang="en-US" b="1" dirty="0">
                <a:ea typeface="맑은 고딕"/>
              </a:rPr>
              <a:t> 활용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3B546F61-6E5F-74EB-4562-E49900BBF4EF}"/>
              </a:ext>
            </a:extLst>
          </p:cNvPr>
          <p:cNvSpPr/>
          <p:nvPr/>
        </p:nvSpPr>
        <p:spPr>
          <a:xfrm>
            <a:off x="971959" y="2150601"/>
            <a:ext cx="1523181" cy="670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ea typeface="맑은 고딕"/>
              </a:rPr>
              <a:t>Actor</a:t>
            </a:r>
          </a:p>
        </p:txBody>
      </p:sp>
      <p:sp>
        <p:nvSpPr>
          <p:cNvPr id="1153" name="사각형: 둥근 모서리 1152">
            <a:extLst>
              <a:ext uri="{FF2B5EF4-FFF2-40B4-BE49-F238E27FC236}">
                <a16:creationId xmlns:a16="http://schemas.microsoft.com/office/drawing/2014/main" id="{E84FE5D3-6712-7507-4EA8-D37AE4BFAEA9}"/>
              </a:ext>
            </a:extLst>
          </p:cNvPr>
          <p:cNvSpPr/>
          <p:nvPr/>
        </p:nvSpPr>
        <p:spPr>
          <a:xfrm>
            <a:off x="971959" y="4051503"/>
            <a:ext cx="1523181" cy="6709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ea typeface="맑은 고딕"/>
              </a:rPr>
              <a:t>Physics</a:t>
            </a:r>
            <a:br>
              <a:rPr lang="ko-KR" altLang="en-US" dirty="0">
                <a:solidFill>
                  <a:schemeClr val="tx1"/>
                </a:solidFill>
                <a:ea typeface="맑은 고딕"/>
              </a:rPr>
            </a:br>
            <a:r>
              <a:rPr lang="ko-KR" altLang="en-US" dirty="0" err="1">
                <a:solidFill>
                  <a:schemeClr val="tx1"/>
                </a:solidFill>
                <a:ea typeface="맑은 고딕"/>
              </a:rPr>
              <a:t>Component</a:t>
            </a:r>
          </a:p>
        </p:txBody>
      </p:sp>
      <p:pic>
        <p:nvPicPr>
          <p:cNvPr id="1154" name="그림 1153">
            <a:extLst>
              <a:ext uri="{FF2B5EF4-FFF2-40B4-BE49-F238E27FC236}">
                <a16:creationId xmlns:a16="http://schemas.microsoft.com/office/drawing/2014/main" id="{67E210A4-F469-5FA7-615C-04F3BE65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334" y="4197145"/>
            <a:ext cx="6867525" cy="381000"/>
          </a:xfrm>
          <a:prstGeom prst="rect">
            <a:avLst/>
          </a:prstGeom>
        </p:spPr>
      </p:pic>
      <p:pic>
        <p:nvPicPr>
          <p:cNvPr id="1155" name="그림 1154">
            <a:extLst>
              <a:ext uri="{FF2B5EF4-FFF2-40B4-BE49-F238E27FC236}">
                <a16:creationId xmlns:a16="http://schemas.microsoft.com/office/drawing/2014/main" id="{39EB2110-ADCF-2DA1-A052-F67ED61B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372" y="2348630"/>
            <a:ext cx="8239125" cy="276225"/>
          </a:xfrm>
          <a:prstGeom prst="rect">
            <a:avLst/>
          </a:prstGeom>
        </p:spPr>
      </p:pic>
      <p:cxnSp>
        <p:nvCxnSpPr>
          <p:cNvPr id="1156" name="직선 화살표 연결선 1155">
            <a:extLst>
              <a:ext uri="{FF2B5EF4-FFF2-40B4-BE49-F238E27FC236}">
                <a16:creationId xmlns:a16="http://schemas.microsoft.com/office/drawing/2014/main" id="{2A511974-AFDC-47BC-7A3C-F3335C158588}"/>
              </a:ext>
            </a:extLst>
          </p:cNvPr>
          <p:cNvCxnSpPr/>
          <p:nvPr/>
        </p:nvCxnSpPr>
        <p:spPr>
          <a:xfrm>
            <a:off x="4480744" y="2653481"/>
            <a:ext cx="3189338" cy="1434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7" name="TextBox 1156">
            <a:extLst>
              <a:ext uri="{FF2B5EF4-FFF2-40B4-BE49-F238E27FC236}">
                <a16:creationId xmlns:a16="http://schemas.microsoft.com/office/drawing/2014/main" id="{4ED24A1E-D043-965B-A92B-EE79CB31B755}"/>
              </a:ext>
            </a:extLst>
          </p:cNvPr>
          <p:cNvSpPr txBox="1"/>
          <p:nvPr/>
        </p:nvSpPr>
        <p:spPr>
          <a:xfrm>
            <a:off x="7758880" y="3679209"/>
            <a:ext cx="27569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ea typeface="맑은 고딕"/>
              </a:rPr>
              <a:t>Delegate에</a:t>
            </a:r>
            <a:r>
              <a:rPr lang="ko-KR" altLang="en-US" dirty="0">
                <a:ea typeface="맑은 고딕"/>
              </a:rPr>
              <a:t> 함수 바인딩!</a:t>
            </a:r>
          </a:p>
        </p:txBody>
      </p:sp>
      <p:sp>
        <p:nvSpPr>
          <p:cNvPr id="1159" name="사각형: 둥근 모서리 1158">
            <a:extLst>
              <a:ext uri="{FF2B5EF4-FFF2-40B4-BE49-F238E27FC236}">
                <a16:creationId xmlns:a16="http://schemas.microsoft.com/office/drawing/2014/main" id="{A2D3681C-66B0-2CCB-E213-AAFF9EADA8D6}"/>
              </a:ext>
            </a:extLst>
          </p:cNvPr>
          <p:cNvSpPr/>
          <p:nvPr/>
        </p:nvSpPr>
        <p:spPr>
          <a:xfrm>
            <a:off x="973701" y="5555737"/>
            <a:ext cx="2748833" cy="62864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rgbClr val="000000"/>
                </a:solidFill>
                <a:ea typeface="맑은 고딕"/>
              </a:rPr>
              <a:t>Process</a:t>
            </a:r>
            <a:r>
              <a:rPr lang="ko-KR" altLang="en-US" dirty="0">
                <a:solidFill>
                  <a:srgbClr val="000000"/>
                </a:solidFill>
                <a:ea typeface="맑은 고딕"/>
              </a:rPr>
              <a:t> </a:t>
            </a:r>
            <a:r>
              <a:rPr lang="ko-KR" altLang="en-US" err="1">
                <a:solidFill>
                  <a:srgbClr val="000000"/>
                </a:solidFill>
                <a:ea typeface="맑은 고딕"/>
              </a:rPr>
              <a:t>Physics</a:t>
            </a:r>
            <a:r>
              <a:rPr lang="ko-KR" altLang="en-US" dirty="0">
                <a:solidFill>
                  <a:srgbClr val="000000"/>
                </a:solidFill>
                <a:ea typeface="맑은 고딕"/>
              </a:rPr>
              <a:t> </a:t>
            </a:r>
            <a:r>
              <a:rPr lang="ko-KR" altLang="en-US" err="1">
                <a:solidFill>
                  <a:srgbClr val="000000"/>
                </a:solidFill>
                <a:ea typeface="맑은 고딕"/>
              </a:rPr>
              <a:t>Event</a:t>
            </a:r>
            <a:endParaRPr lang="ko-KR" altLang="en-US">
              <a:solidFill>
                <a:srgbClr val="000000"/>
              </a:solidFill>
              <a:ea typeface="맑은 고딕"/>
            </a:endParaRPr>
          </a:p>
        </p:txBody>
      </p:sp>
      <p:cxnSp>
        <p:nvCxnSpPr>
          <p:cNvPr id="1160" name="직선 화살표 연결선 1159">
            <a:extLst>
              <a:ext uri="{FF2B5EF4-FFF2-40B4-BE49-F238E27FC236}">
                <a16:creationId xmlns:a16="http://schemas.microsoft.com/office/drawing/2014/main" id="{C4D48CF7-D14A-5746-36D1-97B1364CDA35}"/>
              </a:ext>
            </a:extLst>
          </p:cNvPr>
          <p:cNvCxnSpPr>
            <a:cxnSpLocks/>
          </p:cNvCxnSpPr>
          <p:nvPr/>
        </p:nvCxnSpPr>
        <p:spPr>
          <a:xfrm flipV="1">
            <a:off x="3841647" y="4652910"/>
            <a:ext cx="3844821" cy="1146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3D9B095B-693D-5E50-18C8-733A080C9357}"/>
              </a:ext>
            </a:extLst>
          </p:cNvPr>
          <p:cNvSpPr txBox="1"/>
          <p:nvPr/>
        </p:nvSpPr>
        <p:spPr>
          <a:xfrm>
            <a:off x="7437898" y="4857544"/>
            <a:ext cx="27527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ea typeface="맑은 고딕"/>
              </a:rPr>
              <a:t>Delegate</a:t>
            </a:r>
            <a:r>
              <a:rPr lang="ko-KR" altLang="en-US" dirty="0">
                <a:ea typeface="맑은 고딕"/>
              </a:rPr>
              <a:t> 호출!</a:t>
            </a:r>
          </a:p>
        </p:txBody>
      </p:sp>
    </p:spTree>
    <p:extLst>
      <p:ext uri="{BB962C8B-B14F-4D97-AF65-F5344CB8AC3E}">
        <p14:creationId xmlns:p14="http://schemas.microsoft.com/office/powerpoint/2010/main" val="315083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2346E-7FCD-4B04-314D-A54AE52E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C7992-2E05-4F6A-93F3-52AF3973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물리 이벤트 처리: </a:t>
            </a:r>
            <a:r>
              <a:rPr lang="ko-KR" altLang="en-US" b="1" dirty="0" err="1">
                <a:ea typeface="맑은 고딕"/>
              </a:rPr>
              <a:t>Delegate</a:t>
            </a:r>
            <a:r>
              <a:rPr lang="ko-KR" altLang="en-US" b="1" dirty="0">
                <a:ea typeface="맑은 고딕"/>
              </a:rPr>
              <a:t> 활용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394B1EB-A6E1-24BA-AA3A-688C61A06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물리 이벤트 처리 함수를 </a:t>
            </a:r>
            <a:r>
              <a:rPr lang="ko-KR" altLang="en-US" dirty="0" err="1">
                <a:ea typeface="맑은 고딕"/>
              </a:rPr>
              <a:t>오버라이딩</a:t>
            </a:r>
            <a:r>
              <a:rPr lang="ko-KR" altLang="en-US" dirty="0">
                <a:ea typeface="맑은 고딕"/>
              </a:rPr>
              <a:t> 하지 않고 이벤트 처리</a:t>
            </a:r>
            <a:endParaRPr lang="ko-KR"/>
          </a:p>
          <a:p>
            <a:pPr>
              <a:lnSpc>
                <a:spcPct val="150000"/>
              </a:lnSpc>
            </a:pPr>
            <a:r>
              <a:rPr lang="ko-KR" altLang="en-US" dirty="0" err="1">
                <a:ea typeface="맑은 고딕"/>
              </a:rPr>
              <a:t>런타임중</a:t>
            </a:r>
            <a:r>
              <a:rPr lang="ko-KR" altLang="en-US" dirty="0">
                <a:ea typeface="맑은 고딕"/>
              </a:rPr>
              <a:t> 다른 함수를 바인딩하여 유연한 이벤트 처리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컴포넌트 외부의 객체에서 함수 바인딩 가능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(컴포넌트를 소유한 </a:t>
            </a:r>
            <a:r>
              <a:rPr lang="ko-KR" altLang="en-US" dirty="0" err="1">
                <a:ea typeface="맑은 고딕"/>
              </a:rPr>
              <a:t>액터</a:t>
            </a:r>
            <a:r>
              <a:rPr lang="ko-KR" altLang="en-US" dirty="0">
                <a:ea typeface="맑은 고딕"/>
              </a:rPr>
              <a:t> 이외의 객체는 사용에 유의)</a:t>
            </a:r>
          </a:p>
          <a:p>
            <a:pPr marL="0" indent="0">
              <a:lnSpc>
                <a:spcPct val="150000"/>
              </a:lnSpc>
              <a:buNone/>
            </a:pP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97175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E1E30-8E55-96A2-16ED-CFF696A8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sz="4000" b="1" dirty="0">
                <a:latin typeface="Malgun Gothic"/>
                <a:ea typeface="Malgun Gothic"/>
              </a:rPr>
              <a:t>TODO 리스트</a:t>
            </a:r>
            <a:endParaRPr lang="ko-KR" sz="4000" dirty="0">
              <a:latin typeface="Malgun Gothic"/>
              <a:ea typeface="Malgun Gothic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B13B13-2B89-062A-B08D-EDBC563EA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>
                <a:ea typeface="맑은 고딕"/>
              </a:rPr>
              <a:t>추가 과제?</a:t>
            </a:r>
            <a:endParaRPr lang="ko-KR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err="1">
                <a:ea typeface="맑은 고딕"/>
              </a:rPr>
              <a:t>Projectile에</a:t>
            </a:r>
            <a:r>
              <a:rPr lang="ko-KR" altLang="en-US">
                <a:ea typeface="맑은 고딕"/>
              </a:rPr>
              <a:t> 가속도, 중력, </a:t>
            </a:r>
            <a:r>
              <a:rPr lang="ko-KR" altLang="en-US" err="1">
                <a:ea typeface="맑은 고딕"/>
              </a:rPr>
              <a:t>호밍등</a:t>
            </a:r>
            <a:r>
              <a:rPr lang="ko-KR" altLang="en-US">
                <a:ea typeface="맑은 고딕"/>
              </a:rPr>
              <a:t> 기능 추가</a:t>
            </a:r>
            <a:endParaRPr lang="ko-KR">
              <a:ea typeface="맑은 고딕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>
                <a:ea typeface="맑은 고딕"/>
              </a:rPr>
              <a:t>캐릭터 움직임 개발(</a:t>
            </a:r>
            <a:r>
              <a:rPr lang="ko-KR" altLang="en-US" dirty="0" err="1">
                <a:ea typeface="맑은 고딕"/>
              </a:rPr>
              <a:t>Character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Movement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Component</a:t>
            </a:r>
            <a:r>
              <a:rPr lang="ko-KR" altLang="en-US" dirty="0">
                <a:ea typeface="맑은 고딕"/>
              </a:rPr>
              <a:t>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>
                <a:ea typeface="맑은 고딕"/>
              </a:rPr>
              <a:t>캐릭터 애니메이션 파이프라인 개발</a:t>
            </a:r>
          </a:p>
        </p:txBody>
      </p:sp>
    </p:spTree>
    <p:extLst>
      <p:ext uri="{BB962C8B-B14F-4D97-AF65-F5344CB8AC3E}">
        <p14:creationId xmlns:p14="http://schemas.microsoft.com/office/powerpoint/2010/main" val="4256057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6EEF0-CB9D-E83B-E316-F70AC5A3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BB24849-FC87-256A-85CC-F429BEF3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44" y="2004706"/>
            <a:ext cx="10515600" cy="28527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ko-KR" altLang="en-US" b="1" dirty="0">
                <a:ea typeface="맑은 고딕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30092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2주차 과제 발표</vt:lpstr>
      <vt:lpstr>목차</vt:lpstr>
      <vt:lpstr>2주차 진행 상황</vt:lpstr>
      <vt:lpstr>기본 아이디어</vt:lpstr>
      <vt:lpstr>Spline</vt:lpstr>
      <vt:lpstr>Load Spline</vt:lpstr>
      <vt:lpstr>Spline LUT</vt:lpstr>
      <vt:lpstr>Spline LUT</vt:lpstr>
      <vt:lpstr>물리 엔진</vt:lpstr>
      <vt:lpstr>물리 엔진</vt:lpstr>
      <vt:lpstr>변경된 Tick 구조</vt:lpstr>
      <vt:lpstr>물리 이벤트 처리: Delegate 활용</vt:lpstr>
      <vt:lpstr>물리 이벤트 처리: Delegate 활용</vt:lpstr>
      <vt:lpstr>TODO 리스트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918</cp:revision>
  <dcterms:created xsi:type="dcterms:W3CDTF">2026-01-09T04:47:02Z</dcterms:created>
  <dcterms:modified xsi:type="dcterms:W3CDTF">2026-01-16T06:40:54Z</dcterms:modified>
</cp:coreProperties>
</file>