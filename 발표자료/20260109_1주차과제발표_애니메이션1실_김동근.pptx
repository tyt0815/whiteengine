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ink/ink1.xml" ContentType="application/inkml+xml"/>
  <Override PartName="/ppt/ink/ink2.xml" ContentType="application/inkml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ink/ink3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7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6" r:id="rId20"/>
    <p:sldId id="277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05DE7E-E141-482C-BEC2-B4FE6E82C1AD}" v="1319" dt="2026-01-09T06:45:11.6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5A6B28-A24D-4F1B-9B82-248F55EFB224}" type="doc">
      <dgm:prSet loTypeId="urn:microsoft.com/office/officeart/2005/8/layout/hierarchy1" loCatId="hierarchy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pPr latinLnBrk="1"/>
          <a:endParaRPr lang="ko-KR" altLang="en-US"/>
        </a:p>
      </dgm:t>
    </dgm:pt>
    <dgm:pt modelId="{F93FD0F1-511A-4C35-A130-B7B7267F0C48}">
      <dgm:prSet phldrT="[텍스트]" phldr="0"/>
      <dgm:spPr/>
      <dgm:t>
        <a:bodyPr/>
        <a:lstStyle/>
        <a:p>
          <a:pPr algn="ctr" latinLnBrk="1">
            <a:lnSpc>
              <a:spcPct val="90000"/>
            </a:lnSpc>
          </a:pPr>
          <a:r>
            <a:rPr lang="en-US" altLang="ko-KR" sz="1600" err="1">
              <a:latin typeface="맑은 고딕"/>
              <a:ea typeface="맑은 고딕"/>
              <a:cs typeface="+mn-cs"/>
            </a:rPr>
            <a:t>UObject</a:t>
          </a:r>
        </a:p>
      </dgm:t>
    </dgm:pt>
    <dgm:pt modelId="{7099ECCB-E6EB-4490-B7C1-F4F63BC0D954}" type="parTrans" cxnId="{8A1D18D5-1676-4ACB-9396-1A040E4BBDEB}">
      <dgm:prSet/>
      <dgm:spPr/>
      <dgm:t>
        <a:bodyPr/>
        <a:lstStyle/>
        <a:p>
          <a:pPr latinLnBrk="1"/>
          <a:endParaRPr lang="ko-KR" altLang="en-US"/>
        </a:p>
      </dgm:t>
    </dgm:pt>
    <dgm:pt modelId="{7B1E8E28-4A99-4880-82AA-CFADF25F62FC}" type="sibTrans" cxnId="{8A1D18D5-1676-4ACB-9396-1A040E4BBDEB}">
      <dgm:prSet/>
      <dgm:spPr/>
      <dgm:t>
        <a:bodyPr/>
        <a:lstStyle/>
        <a:p>
          <a:pPr latinLnBrk="1"/>
          <a:endParaRPr lang="ko-KR" altLang="en-US"/>
        </a:p>
      </dgm:t>
    </dgm:pt>
    <dgm:pt modelId="{3C1E588A-B461-454D-A820-976E67CE7C38}">
      <dgm:prSet phldrT="[텍스트]" phldr="0"/>
      <dgm:spPr/>
      <dgm:t>
        <a:bodyPr/>
        <a:lstStyle/>
        <a:p>
          <a:pPr algn="ctr" latinLnBrk="1">
            <a:lnSpc>
              <a:spcPct val="90000"/>
            </a:lnSpc>
          </a:pPr>
          <a:r>
            <a:rPr lang="en-US" altLang="ko-KR" sz="1600">
              <a:latin typeface="맑은 고딕"/>
              <a:ea typeface="맑은 고딕"/>
              <a:cs typeface="+mn-cs"/>
            </a:rPr>
            <a:t>World</a:t>
          </a:r>
          <a:endParaRPr lang="en-US" altLang="ko-KR" sz="1600">
            <a:latin typeface="맑은 고딕" panose="020F0502020204030204"/>
            <a:ea typeface="맑은 고딕" panose="020B0503020000020004" pitchFamily="34" charset="-127"/>
            <a:cs typeface="+mn-cs"/>
          </a:endParaRPr>
        </a:p>
      </dgm:t>
    </dgm:pt>
    <dgm:pt modelId="{9633D568-9CAB-4418-B9DF-F60ECDBE0AC4}" type="parTrans" cxnId="{003F84F5-1A22-4439-8ADC-6873765DCF5F}">
      <dgm:prSet/>
      <dgm:spPr/>
      <dgm:t>
        <a:bodyPr/>
        <a:lstStyle/>
        <a:p>
          <a:pPr latinLnBrk="1"/>
          <a:endParaRPr lang="ko-KR" altLang="en-US"/>
        </a:p>
      </dgm:t>
    </dgm:pt>
    <dgm:pt modelId="{FAE49364-1929-47ED-A964-5AFBB933E031}" type="sibTrans" cxnId="{003F84F5-1A22-4439-8ADC-6873765DCF5F}">
      <dgm:prSet/>
      <dgm:spPr/>
      <dgm:t>
        <a:bodyPr/>
        <a:lstStyle/>
        <a:p>
          <a:pPr latinLnBrk="1"/>
          <a:endParaRPr lang="ko-KR" altLang="en-US"/>
        </a:p>
      </dgm:t>
    </dgm:pt>
    <dgm:pt modelId="{D767F84E-E24B-436B-BD45-F93B236AC5DD}">
      <dgm:prSet phldrT="[텍스트]" phldr="0"/>
      <dgm:spPr/>
      <dgm:t>
        <a:bodyPr/>
        <a:lstStyle/>
        <a:p>
          <a:pPr algn="ctr" latinLnBrk="1">
            <a:lnSpc>
              <a:spcPct val="90000"/>
            </a:lnSpc>
          </a:pPr>
          <a:r>
            <a:rPr lang="en-US" altLang="ko-KR" sz="1600">
              <a:latin typeface="맑은 고딕"/>
              <a:ea typeface="맑은 고딕"/>
              <a:cs typeface="+mn-cs"/>
            </a:rPr>
            <a:t>Actor</a:t>
          </a:r>
          <a:endParaRPr lang="en-US" altLang="ko-KR" sz="1600">
            <a:latin typeface="맑은 고딕" panose="020F0502020204030204"/>
            <a:ea typeface="맑은 고딕" panose="020B0503020000020004" pitchFamily="34" charset="-127"/>
            <a:cs typeface="+mn-cs"/>
          </a:endParaRPr>
        </a:p>
      </dgm:t>
    </dgm:pt>
    <dgm:pt modelId="{B2FBF2F9-9EEE-41F7-AEB7-50C3409792AF}" type="parTrans" cxnId="{CF7AB4BC-7113-462E-8898-9B2B583EECFE}">
      <dgm:prSet/>
      <dgm:spPr/>
      <dgm:t>
        <a:bodyPr/>
        <a:lstStyle/>
        <a:p>
          <a:pPr latinLnBrk="1"/>
          <a:endParaRPr lang="ko-KR" altLang="en-US"/>
        </a:p>
      </dgm:t>
    </dgm:pt>
    <dgm:pt modelId="{69B28FE5-9B86-4D61-83A3-B14263AFC4D7}" type="sibTrans" cxnId="{CF7AB4BC-7113-462E-8898-9B2B583EECFE}">
      <dgm:prSet/>
      <dgm:spPr/>
      <dgm:t>
        <a:bodyPr/>
        <a:lstStyle/>
        <a:p>
          <a:pPr latinLnBrk="1"/>
          <a:endParaRPr lang="ko-KR" altLang="en-US"/>
        </a:p>
      </dgm:t>
    </dgm:pt>
    <dgm:pt modelId="{A759119F-9C92-48FA-BCA3-F23851C4A125}">
      <dgm:prSet phldr="0"/>
      <dgm:spPr/>
      <dgm:t>
        <a:bodyPr/>
        <a:lstStyle/>
        <a:p>
          <a:pPr algn="ctr" latinLnBrk="1">
            <a:lnSpc>
              <a:spcPct val="90000"/>
            </a:lnSpc>
          </a:pPr>
          <a:r>
            <a:rPr lang="en-US" altLang="ko-KR" sz="1600" dirty="0">
              <a:latin typeface="맑은 고딕"/>
              <a:ea typeface="맑은 고딕"/>
              <a:cs typeface="+mn-cs"/>
            </a:rPr>
            <a:t>Component</a:t>
          </a:r>
        </a:p>
      </dgm:t>
    </dgm:pt>
    <dgm:pt modelId="{6FE91D64-FAE2-4C78-A524-2ACAE851B813}" type="parTrans" cxnId="{3B81BD58-1EA5-4A5B-ADAE-F3F97861AAEB}">
      <dgm:prSet/>
      <dgm:spPr/>
    </dgm:pt>
    <dgm:pt modelId="{2770AF51-66AD-4AEE-874B-7ABB14818A3D}" type="sibTrans" cxnId="{3B81BD58-1EA5-4A5B-ADAE-F3F97861AAEB}">
      <dgm:prSet/>
      <dgm:spPr/>
    </dgm:pt>
    <dgm:pt modelId="{DD48663B-28BE-4E82-9E10-A0E2EC2DE98F}" type="pres">
      <dgm:prSet presAssocID="{7B5A6B28-A24D-4F1B-9B82-248F55EFB22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9913876-17A5-44E0-A7AD-C9157C0A3495}" type="pres">
      <dgm:prSet presAssocID="{F93FD0F1-511A-4C35-A130-B7B7267F0C48}" presName="hierRoot1" presStyleCnt="0"/>
      <dgm:spPr/>
    </dgm:pt>
    <dgm:pt modelId="{B6175DC2-FF35-460A-8A7D-C773AE5C7A75}" type="pres">
      <dgm:prSet presAssocID="{F93FD0F1-511A-4C35-A130-B7B7267F0C48}" presName="composite" presStyleCnt="0"/>
      <dgm:spPr/>
    </dgm:pt>
    <dgm:pt modelId="{31F5B46A-0324-4E9C-840A-FDECD267C4B1}" type="pres">
      <dgm:prSet presAssocID="{F93FD0F1-511A-4C35-A130-B7B7267F0C48}" presName="background" presStyleLbl="node0" presStyleIdx="0" presStyleCnt="1"/>
      <dgm:spPr/>
    </dgm:pt>
    <dgm:pt modelId="{6E1F5BAA-BDA9-40F5-BCE4-7057FB3FF800}" type="pres">
      <dgm:prSet presAssocID="{F93FD0F1-511A-4C35-A130-B7B7267F0C48}" presName="text" presStyleLbl="fgAcc0" presStyleIdx="0" presStyleCnt="1">
        <dgm:presLayoutVars>
          <dgm:chPref val="3"/>
        </dgm:presLayoutVars>
      </dgm:prSet>
      <dgm:spPr/>
    </dgm:pt>
    <dgm:pt modelId="{8C48678D-2929-4A9C-9C30-9E254D1D4C6A}" type="pres">
      <dgm:prSet presAssocID="{F93FD0F1-511A-4C35-A130-B7B7267F0C48}" presName="hierChild2" presStyleCnt="0"/>
      <dgm:spPr/>
    </dgm:pt>
    <dgm:pt modelId="{6E928A85-F3B1-4724-8F7C-1714D7450F37}" type="pres">
      <dgm:prSet presAssocID="{9633D568-9CAB-4418-B9DF-F60ECDBE0AC4}" presName="Name10" presStyleLbl="parChTrans1D2" presStyleIdx="0" presStyleCnt="3"/>
      <dgm:spPr/>
    </dgm:pt>
    <dgm:pt modelId="{41E97AB4-EC53-47A5-B312-FD4F2DE73BE1}" type="pres">
      <dgm:prSet presAssocID="{3C1E588A-B461-454D-A820-976E67CE7C38}" presName="hierRoot2" presStyleCnt="0"/>
      <dgm:spPr/>
    </dgm:pt>
    <dgm:pt modelId="{18ABC016-6CB8-4F5C-B3BC-D9580E33BDD3}" type="pres">
      <dgm:prSet presAssocID="{3C1E588A-B461-454D-A820-976E67CE7C38}" presName="composite2" presStyleCnt="0"/>
      <dgm:spPr/>
    </dgm:pt>
    <dgm:pt modelId="{8BA3C362-1305-4EC3-ADFA-06F6EFAB7D11}" type="pres">
      <dgm:prSet presAssocID="{3C1E588A-B461-454D-A820-976E67CE7C38}" presName="background2" presStyleLbl="node2" presStyleIdx="0" presStyleCnt="3"/>
      <dgm:spPr/>
    </dgm:pt>
    <dgm:pt modelId="{953CFFCA-5E65-45BD-B8ED-AC5BE7989178}" type="pres">
      <dgm:prSet presAssocID="{3C1E588A-B461-454D-A820-976E67CE7C38}" presName="text2" presStyleLbl="fgAcc2" presStyleIdx="0" presStyleCnt="3">
        <dgm:presLayoutVars>
          <dgm:chPref val="3"/>
        </dgm:presLayoutVars>
      </dgm:prSet>
      <dgm:spPr/>
    </dgm:pt>
    <dgm:pt modelId="{9AC67D36-D635-4982-B9A6-42F6BF83BD1D}" type="pres">
      <dgm:prSet presAssocID="{3C1E588A-B461-454D-A820-976E67CE7C38}" presName="hierChild3" presStyleCnt="0"/>
      <dgm:spPr/>
    </dgm:pt>
    <dgm:pt modelId="{5CB9445C-B5D7-41AB-967D-A305D6AF6FEC}" type="pres">
      <dgm:prSet presAssocID="{B2FBF2F9-9EEE-41F7-AEB7-50C3409792AF}" presName="Name10" presStyleLbl="parChTrans1D2" presStyleIdx="1" presStyleCnt="3"/>
      <dgm:spPr/>
    </dgm:pt>
    <dgm:pt modelId="{AC88F510-AFBA-4E55-97E5-8F6B3B1ECE12}" type="pres">
      <dgm:prSet presAssocID="{D767F84E-E24B-436B-BD45-F93B236AC5DD}" presName="hierRoot2" presStyleCnt="0"/>
      <dgm:spPr/>
    </dgm:pt>
    <dgm:pt modelId="{166C468D-4FAF-4D4D-B2E3-C5C281A76FAD}" type="pres">
      <dgm:prSet presAssocID="{D767F84E-E24B-436B-BD45-F93B236AC5DD}" presName="composite2" presStyleCnt="0"/>
      <dgm:spPr/>
    </dgm:pt>
    <dgm:pt modelId="{C45FD58F-71BF-432A-9334-D26D21A2092C}" type="pres">
      <dgm:prSet presAssocID="{D767F84E-E24B-436B-BD45-F93B236AC5DD}" presName="background2" presStyleLbl="node2" presStyleIdx="1" presStyleCnt="3"/>
      <dgm:spPr/>
    </dgm:pt>
    <dgm:pt modelId="{FD19AC2D-F7CF-4A30-905E-97B3DB1D4FA5}" type="pres">
      <dgm:prSet presAssocID="{D767F84E-E24B-436B-BD45-F93B236AC5DD}" presName="text2" presStyleLbl="fgAcc2" presStyleIdx="1" presStyleCnt="3">
        <dgm:presLayoutVars>
          <dgm:chPref val="3"/>
        </dgm:presLayoutVars>
      </dgm:prSet>
      <dgm:spPr/>
    </dgm:pt>
    <dgm:pt modelId="{C626F4E4-736C-4DBA-9FEC-052947542D22}" type="pres">
      <dgm:prSet presAssocID="{D767F84E-E24B-436B-BD45-F93B236AC5DD}" presName="hierChild3" presStyleCnt="0"/>
      <dgm:spPr/>
    </dgm:pt>
    <dgm:pt modelId="{309523C1-9D71-4872-B98A-4A4FF8877299}" type="pres">
      <dgm:prSet presAssocID="{6FE91D64-FAE2-4C78-A524-2ACAE851B813}" presName="Name10" presStyleLbl="parChTrans1D2" presStyleIdx="2" presStyleCnt="3"/>
      <dgm:spPr/>
    </dgm:pt>
    <dgm:pt modelId="{B501662A-FAE8-4957-B4CE-61C8C46F48F5}" type="pres">
      <dgm:prSet presAssocID="{A759119F-9C92-48FA-BCA3-F23851C4A125}" presName="hierRoot2" presStyleCnt="0"/>
      <dgm:spPr/>
    </dgm:pt>
    <dgm:pt modelId="{3335424C-C4EC-4F8C-853E-C998C2A16326}" type="pres">
      <dgm:prSet presAssocID="{A759119F-9C92-48FA-BCA3-F23851C4A125}" presName="composite2" presStyleCnt="0"/>
      <dgm:spPr/>
    </dgm:pt>
    <dgm:pt modelId="{5363FEE0-A347-4404-A7CD-C7C013B667FC}" type="pres">
      <dgm:prSet presAssocID="{A759119F-9C92-48FA-BCA3-F23851C4A125}" presName="background2" presStyleLbl="node2" presStyleIdx="2" presStyleCnt="3"/>
      <dgm:spPr/>
    </dgm:pt>
    <dgm:pt modelId="{152D8E05-398E-49BC-A797-3C391DC018A9}" type="pres">
      <dgm:prSet presAssocID="{A759119F-9C92-48FA-BCA3-F23851C4A125}" presName="text2" presStyleLbl="fgAcc2" presStyleIdx="2" presStyleCnt="3">
        <dgm:presLayoutVars>
          <dgm:chPref val="3"/>
        </dgm:presLayoutVars>
      </dgm:prSet>
      <dgm:spPr/>
    </dgm:pt>
    <dgm:pt modelId="{97F1698E-B701-46B4-B18B-61037ACF92AB}" type="pres">
      <dgm:prSet presAssocID="{A759119F-9C92-48FA-BCA3-F23851C4A125}" presName="hierChild3" presStyleCnt="0"/>
      <dgm:spPr/>
    </dgm:pt>
  </dgm:ptLst>
  <dgm:cxnLst>
    <dgm:cxn modelId="{DA5A9F1A-5C89-48D5-AD39-88F6BD97AB2B}" type="presOf" srcId="{9633D568-9CAB-4418-B9DF-F60ECDBE0AC4}" destId="{6E928A85-F3B1-4724-8F7C-1714D7450F37}" srcOrd="0" destOrd="0" presId="urn:microsoft.com/office/officeart/2005/8/layout/hierarchy1"/>
    <dgm:cxn modelId="{E09E675B-DD69-4147-8298-D562D35004B8}" type="presOf" srcId="{3C1E588A-B461-454D-A820-976E67CE7C38}" destId="{953CFFCA-5E65-45BD-B8ED-AC5BE7989178}" srcOrd="0" destOrd="0" presId="urn:microsoft.com/office/officeart/2005/8/layout/hierarchy1"/>
    <dgm:cxn modelId="{3B81BD58-1EA5-4A5B-ADAE-F3F97861AAEB}" srcId="{F93FD0F1-511A-4C35-A130-B7B7267F0C48}" destId="{A759119F-9C92-48FA-BCA3-F23851C4A125}" srcOrd="2" destOrd="0" parTransId="{6FE91D64-FAE2-4C78-A524-2ACAE851B813}" sibTransId="{2770AF51-66AD-4AEE-874B-7ABB14818A3D}"/>
    <dgm:cxn modelId="{C1D20898-0CF6-4ACD-A543-BC143A6BC04F}" type="presOf" srcId="{6FE91D64-FAE2-4C78-A524-2ACAE851B813}" destId="{309523C1-9D71-4872-B98A-4A4FF8877299}" srcOrd="0" destOrd="0" presId="urn:microsoft.com/office/officeart/2005/8/layout/hierarchy1"/>
    <dgm:cxn modelId="{EA14AA98-215C-4690-806B-A3EFD2C81A10}" type="presOf" srcId="{A759119F-9C92-48FA-BCA3-F23851C4A125}" destId="{152D8E05-398E-49BC-A797-3C391DC018A9}" srcOrd="0" destOrd="0" presId="urn:microsoft.com/office/officeart/2005/8/layout/hierarchy1"/>
    <dgm:cxn modelId="{CFC616AC-85E9-4496-9298-999D58CB2D67}" type="presOf" srcId="{F93FD0F1-511A-4C35-A130-B7B7267F0C48}" destId="{6E1F5BAA-BDA9-40F5-BCE4-7057FB3FF800}" srcOrd="0" destOrd="0" presId="urn:microsoft.com/office/officeart/2005/8/layout/hierarchy1"/>
    <dgm:cxn modelId="{A0FEB8B4-BFC5-492F-B16D-7CF0B34A0CDB}" type="presOf" srcId="{7B5A6B28-A24D-4F1B-9B82-248F55EFB224}" destId="{DD48663B-28BE-4E82-9E10-A0E2EC2DE98F}" srcOrd="0" destOrd="0" presId="urn:microsoft.com/office/officeart/2005/8/layout/hierarchy1"/>
    <dgm:cxn modelId="{CF7AB4BC-7113-462E-8898-9B2B583EECFE}" srcId="{F93FD0F1-511A-4C35-A130-B7B7267F0C48}" destId="{D767F84E-E24B-436B-BD45-F93B236AC5DD}" srcOrd="1" destOrd="0" parTransId="{B2FBF2F9-9EEE-41F7-AEB7-50C3409792AF}" sibTransId="{69B28FE5-9B86-4D61-83A3-B14263AFC4D7}"/>
    <dgm:cxn modelId="{33C0EBC0-1861-4280-A8B9-A84884F7BCA9}" type="presOf" srcId="{D767F84E-E24B-436B-BD45-F93B236AC5DD}" destId="{FD19AC2D-F7CF-4A30-905E-97B3DB1D4FA5}" srcOrd="0" destOrd="0" presId="urn:microsoft.com/office/officeart/2005/8/layout/hierarchy1"/>
    <dgm:cxn modelId="{7330A3CB-67E5-4D21-A926-4842FC828475}" type="presOf" srcId="{B2FBF2F9-9EEE-41F7-AEB7-50C3409792AF}" destId="{5CB9445C-B5D7-41AB-967D-A305D6AF6FEC}" srcOrd="0" destOrd="0" presId="urn:microsoft.com/office/officeart/2005/8/layout/hierarchy1"/>
    <dgm:cxn modelId="{8A1D18D5-1676-4ACB-9396-1A040E4BBDEB}" srcId="{7B5A6B28-A24D-4F1B-9B82-248F55EFB224}" destId="{F93FD0F1-511A-4C35-A130-B7B7267F0C48}" srcOrd="0" destOrd="0" parTransId="{7099ECCB-E6EB-4490-B7C1-F4F63BC0D954}" sibTransId="{7B1E8E28-4A99-4880-82AA-CFADF25F62FC}"/>
    <dgm:cxn modelId="{003F84F5-1A22-4439-8ADC-6873765DCF5F}" srcId="{F93FD0F1-511A-4C35-A130-B7B7267F0C48}" destId="{3C1E588A-B461-454D-A820-976E67CE7C38}" srcOrd="0" destOrd="0" parTransId="{9633D568-9CAB-4418-B9DF-F60ECDBE0AC4}" sibTransId="{FAE49364-1929-47ED-A964-5AFBB933E031}"/>
    <dgm:cxn modelId="{000C3FBE-9BE2-40A2-AEFD-DCDFA544CB34}" type="presParOf" srcId="{DD48663B-28BE-4E82-9E10-A0E2EC2DE98F}" destId="{D9913876-17A5-44E0-A7AD-C9157C0A3495}" srcOrd="0" destOrd="0" presId="urn:microsoft.com/office/officeart/2005/8/layout/hierarchy1"/>
    <dgm:cxn modelId="{8175CC16-C41E-4E5B-9A8F-5B779CDB996C}" type="presParOf" srcId="{D9913876-17A5-44E0-A7AD-C9157C0A3495}" destId="{B6175DC2-FF35-460A-8A7D-C773AE5C7A75}" srcOrd="0" destOrd="0" presId="urn:microsoft.com/office/officeart/2005/8/layout/hierarchy1"/>
    <dgm:cxn modelId="{5BCB4E0C-A97A-4C28-805C-4465EF313C95}" type="presParOf" srcId="{B6175DC2-FF35-460A-8A7D-C773AE5C7A75}" destId="{31F5B46A-0324-4E9C-840A-FDECD267C4B1}" srcOrd="0" destOrd="0" presId="urn:microsoft.com/office/officeart/2005/8/layout/hierarchy1"/>
    <dgm:cxn modelId="{7965A2D5-D56B-4F54-8562-24B5F0338D25}" type="presParOf" srcId="{B6175DC2-FF35-460A-8A7D-C773AE5C7A75}" destId="{6E1F5BAA-BDA9-40F5-BCE4-7057FB3FF800}" srcOrd="1" destOrd="0" presId="urn:microsoft.com/office/officeart/2005/8/layout/hierarchy1"/>
    <dgm:cxn modelId="{EA7F9D23-1619-4A90-A236-5DD82E3E9F9F}" type="presParOf" srcId="{D9913876-17A5-44E0-A7AD-C9157C0A3495}" destId="{8C48678D-2929-4A9C-9C30-9E254D1D4C6A}" srcOrd="1" destOrd="0" presId="urn:microsoft.com/office/officeart/2005/8/layout/hierarchy1"/>
    <dgm:cxn modelId="{5A43FB3B-D6B7-420C-88D1-297267260804}" type="presParOf" srcId="{8C48678D-2929-4A9C-9C30-9E254D1D4C6A}" destId="{6E928A85-F3B1-4724-8F7C-1714D7450F37}" srcOrd="0" destOrd="0" presId="urn:microsoft.com/office/officeart/2005/8/layout/hierarchy1"/>
    <dgm:cxn modelId="{EDD7DEDC-2767-48EF-9E2F-81B2E6A95BE3}" type="presParOf" srcId="{8C48678D-2929-4A9C-9C30-9E254D1D4C6A}" destId="{41E97AB4-EC53-47A5-B312-FD4F2DE73BE1}" srcOrd="1" destOrd="0" presId="urn:microsoft.com/office/officeart/2005/8/layout/hierarchy1"/>
    <dgm:cxn modelId="{03B3FE70-0F1D-4F43-A827-C5755888BF71}" type="presParOf" srcId="{41E97AB4-EC53-47A5-B312-FD4F2DE73BE1}" destId="{18ABC016-6CB8-4F5C-B3BC-D9580E33BDD3}" srcOrd="0" destOrd="0" presId="urn:microsoft.com/office/officeart/2005/8/layout/hierarchy1"/>
    <dgm:cxn modelId="{7A98E263-10DE-43C9-851C-1A38CB77CF1E}" type="presParOf" srcId="{18ABC016-6CB8-4F5C-B3BC-D9580E33BDD3}" destId="{8BA3C362-1305-4EC3-ADFA-06F6EFAB7D11}" srcOrd="0" destOrd="0" presId="urn:microsoft.com/office/officeart/2005/8/layout/hierarchy1"/>
    <dgm:cxn modelId="{3795B287-E20C-4091-96E5-5A6E4185D240}" type="presParOf" srcId="{18ABC016-6CB8-4F5C-B3BC-D9580E33BDD3}" destId="{953CFFCA-5E65-45BD-B8ED-AC5BE7989178}" srcOrd="1" destOrd="0" presId="urn:microsoft.com/office/officeart/2005/8/layout/hierarchy1"/>
    <dgm:cxn modelId="{93DF49D7-136E-44B2-BF87-8151EEF08F82}" type="presParOf" srcId="{41E97AB4-EC53-47A5-B312-FD4F2DE73BE1}" destId="{9AC67D36-D635-4982-B9A6-42F6BF83BD1D}" srcOrd="1" destOrd="0" presId="urn:microsoft.com/office/officeart/2005/8/layout/hierarchy1"/>
    <dgm:cxn modelId="{BD3D92F7-DCA6-4174-9D3E-70F6A0C6206F}" type="presParOf" srcId="{8C48678D-2929-4A9C-9C30-9E254D1D4C6A}" destId="{5CB9445C-B5D7-41AB-967D-A305D6AF6FEC}" srcOrd="2" destOrd="0" presId="urn:microsoft.com/office/officeart/2005/8/layout/hierarchy1"/>
    <dgm:cxn modelId="{32EC6F78-D268-4EFA-A78D-F93229AF64D7}" type="presParOf" srcId="{8C48678D-2929-4A9C-9C30-9E254D1D4C6A}" destId="{AC88F510-AFBA-4E55-97E5-8F6B3B1ECE12}" srcOrd="3" destOrd="0" presId="urn:microsoft.com/office/officeart/2005/8/layout/hierarchy1"/>
    <dgm:cxn modelId="{635887C8-C94B-46A7-B8CD-858D3DC256A3}" type="presParOf" srcId="{AC88F510-AFBA-4E55-97E5-8F6B3B1ECE12}" destId="{166C468D-4FAF-4D4D-B2E3-C5C281A76FAD}" srcOrd="0" destOrd="0" presId="urn:microsoft.com/office/officeart/2005/8/layout/hierarchy1"/>
    <dgm:cxn modelId="{D0C4B0F9-E977-4439-937A-225CA498E87B}" type="presParOf" srcId="{166C468D-4FAF-4D4D-B2E3-C5C281A76FAD}" destId="{C45FD58F-71BF-432A-9334-D26D21A2092C}" srcOrd="0" destOrd="0" presId="urn:microsoft.com/office/officeart/2005/8/layout/hierarchy1"/>
    <dgm:cxn modelId="{05A6A7D7-8054-4AD0-AE59-CD2130B2E14A}" type="presParOf" srcId="{166C468D-4FAF-4D4D-B2E3-C5C281A76FAD}" destId="{FD19AC2D-F7CF-4A30-905E-97B3DB1D4FA5}" srcOrd="1" destOrd="0" presId="urn:microsoft.com/office/officeart/2005/8/layout/hierarchy1"/>
    <dgm:cxn modelId="{A4123D31-12AD-480A-B032-189AE0BD0F1B}" type="presParOf" srcId="{AC88F510-AFBA-4E55-97E5-8F6B3B1ECE12}" destId="{C626F4E4-736C-4DBA-9FEC-052947542D22}" srcOrd="1" destOrd="0" presId="urn:microsoft.com/office/officeart/2005/8/layout/hierarchy1"/>
    <dgm:cxn modelId="{B9B17964-C82A-4D89-A435-F11D5354A67D}" type="presParOf" srcId="{8C48678D-2929-4A9C-9C30-9E254D1D4C6A}" destId="{309523C1-9D71-4872-B98A-4A4FF8877299}" srcOrd="4" destOrd="0" presId="urn:microsoft.com/office/officeart/2005/8/layout/hierarchy1"/>
    <dgm:cxn modelId="{8383DA07-3467-47F7-9A1D-E04E826FD0E3}" type="presParOf" srcId="{8C48678D-2929-4A9C-9C30-9E254D1D4C6A}" destId="{B501662A-FAE8-4957-B4CE-61C8C46F48F5}" srcOrd="5" destOrd="0" presId="urn:microsoft.com/office/officeart/2005/8/layout/hierarchy1"/>
    <dgm:cxn modelId="{4DDB84D3-F5F3-454E-BFC0-2B54B7109677}" type="presParOf" srcId="{B501662A-FAE8-4957-B4CE-61C8C46F48F5}" destId="{3335424C-C4EC-4F8C-853E-C998C2A16326}" srcOrd="0" destOrd="0" presId="urn:microsoft.com/office/officeart/2005/8/layout/hierarchy1"/>
    <dgm:cxn modelId="{D093B089-3744-4FCC-851F-0C3A9D966D50}" type="presParOf" srcId="{3335424C-C4EC-4F8C-853E-C998C2A16326}" destId="{5363FEE0-A347-4404-A7CD-C7C013B667FC}" srcOrd="0" destOrd="0" presId="urn:microsoft.com/office/officeart/2005/8/layout/hierarchy1"/>
    <dgm:cxn modelId="{8F87A53B-43DB-4ED3-B0D7-3E8259FCDBDD}" type="presParOf" srcId="{3335424C-C4EC-4F8C-853E-C998C2A16326}" destId="{152D8E05-398E-49BC-A797-3C391DC018A9}" srcOrd="1" destOrd="0" presId="urn:microsoft.com/office/officeart/2005/8/layout/hierarchy1"/>
    <dgm:cxn modelId="{D2A6B02F-898C-43CF-A2F5-89E6BF09A364}" type="presParOf" srcId="{B501662A-FAE8-4957-B4CE-61C8C46F48F5}" destId="{97F1698E-B701-46B4-B18B-61037ACF92A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CD8E229-45F0-470B-9818-74AC936F1789}" type="doc">
      <dgm:prSet loTypeId="urn:microsoft.com/office/officeart/2005/8/layout/hList3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pPr latinLnBrk="1"/>
          <a:endParaRPr lang="ko-KR" altLang="en-US"/>
        </a:p>
      </dgm:t>
    </dgm:pt>
    <dgm:pt modelId="{66358E1D-8712-4CDE-9333-94AD1177606F}">
      <dgm:prSet phldrT="[텍스트]" phldr="0"/>
      <dgm:spPr/>
      <dgm:t>
        <a:bodyPr/>
        <a:lstStyle/>
        <a:p>
          <a:pPr latinLnBrk="1"/>
          <a:r>
            <a:rPr lang="ko-KR" altLang="en-US" dirty="0">
              <a:latin typeface="맑은 고딕" panose="020F0302020204030204"/>
            </a:rPr>
            <a:t>World</a:t>
          </a:r>
          <a:endParaRPr lang="ko-KR" altLang="en-US" dirty="0"/>
        </a:p>
      </dgm:t>
    </dgm:pt>
    <dgm:pt modelId="{32CDB4FB-40A7-4A0B-B2A9-AF29BC0EBC74}" type="parTrans" cxnId="{549F8580-401F-4A30-8719-A7FE0476E306}">
      <dgm:prSet/>
      <dgm:spPr/>
      <dgm:t>
        <a:bodyPr/>
        <a:lstStyle/>
        <a:p>
          <a:pPr latinLnBrk="1"/>
          <a:endParaRPr lang="ko-KR" altLang="en-US"/>
        </a:p>
      </dgm:t>
    </dgm:pt>
    <dgm:pt modelId="{EE41F941-BCBE-474B-A466-01B9D6118538}" type="sibTrans" cxnId="{549F8580-401F-4A30-8719-A7FE0476E306}">
      <dgm:prSet/>
      <dgm:spPr/>
      <dgm:t>
        <a:bodyPr/>
        <a:lstStyle/>
        <a:p>
          <a:pPr latinLnBrk="1"/>
          <a:endParaRPr lang="ko-KR" altLang="en-US"/>
        </a:p>
      </dgm:t>
    </dgm:pt>
    <dgm:pt modelId="{B5F4E51D-EFBA-4583-AA0A-1B334287CF1A}">
      <dgm:prSet phldrT="[텍스트]" phldr="0"/>
      <dgm:spPr/>
      <dgm:t>
        <a:bodyPr/>
        <a:lstStyle/>
        <a:p>
          <a:pPr latinLnBrk="1"/>
          <a:r>
            <a:rPr lang="ko-KR" altLang="en-US" dirty="0" err="1">
              <a:latin typeface="맑은 고딕" panose="020F0302020204030204"/>
            </a:rPr>
            <a:t>Actor</a:t>
          </a:r>
          <a:endParaRPr lang="ko-KR" altLang="en-US" dirty="0"/>
        </a:p>
      </dgm:t>
    </dgm:pt>
    <dgm:pt modelId="{B14275CE-E117-41E8-B263-9E296E90402E}" type="parTrans" cxnId="{96FA6637-9CCE-4128-BA7B-06C969EF3642}">
      <dgm:prSet/>
      <dgm:spPr/>
      <dgm:t>
        <a:bodyPr/>
        <a:lstStyle/>
        <a:p>
          <a:pPr latinLnBrk="1"/>
          <a:endParaRPr lang="ko-KR" altLang="en-US"/>
        </a:p>
      </dgm:t>
    </dgm:pt>
    <dgm:pt modelId="{AF9163BF-D8B5-4EA3-A6FF-45FD387390E1}" type="sibTrans" cxnId="{96FA6637-9CCE-4128-BA7B-06C969EF3642}">
      <dgm:prSet/>
      <dgm:spPr/>
      <dgm:t>
        <a:bodyPr/>
        <a:lstStyle/>
        <a:p>
          <a:pPr latinLnBrk="1"/>
          <a:endParaRPr lang="ko-KR" altLang="en-US"/>
        </a:p>
      </dgm:t>
    </dgm:pt>
    <dgm:pt modelId="{FE63C7E7-E5CE-488D-B001-94441DFDEBE1}">
      <dgm:prSet phldrT="[텍스트]" phldr="0"/>
      <dgm:spPr/>
      <dgm:t>
        <a:bodyPr/>
        <a:lstStyle/>
        <a:p>
          <a:pPr latinLnBrk="1"/>
          <a:r>
            <a:rPr lang="ko-KR" altLang="en-US" sz="1400" dirty="0">
              <a:latin typeface="맑은 고딕" panose="020F0302020204030204"/>
            </a:rPr>
            <a:t>Component</a:t>
          </a:r>
          <a:endParaRPr lang="ko-KR" altLang="en-US" sz="1400" dirty="0"/>
        </a:p>
      </dgm:t>
    </dgm:pt>
    <dgm:pt modelId="{C27A71AD-7B0D-46FF-9C9D-8B5324F8AD06}" type="parTrans" cxnId="{B70213B8-DA58-4C21-B36A-162082763BA3}">
      <dgm:prSet/>
      <dgm:spPr/>
      <dgm:t>
        <a:bodyPr/>
        <a:lstStyle/>
        <a:p>
          <a:pPr latinLnBrk="1"/>
          <a:endParaRPr lang="ko-KR" altLang="en-US"/>
        </a:p>
      </dgm:t>
    </dgm:pt>
    <dgm:pt modelId="{81B7D58E-1FC5-4E15-81CC-14F6ACAAC7A7}" type="sibTrans" cxnId="{B70213B8-DA58-4C21-B36A-162082763BA3}">
      <dgm:prSet/>
      <dgm:spPr/>
      <dgm:t>
        <a:bodyPr/>
        <a:lstStyle/>
        <a:p>
          <a:pPr latinLnBrk="1"/>
          <a:endParaRPr lang="ko-KR" altLang="en-US"/>
        </a:p>
      </dgm:t>
    </dgm:pt>
    <dgm:pt modelId="{47FA3C43-D0D3-452C-82E5-396077FB8864}">
      <dgm:prSet phldr="0"/>
      <dgm:spPr/>
      <dgm:t>
        <a:bodyPr/>
        <a:lstStyle/>
        <a:p>
          <a:pPr rtl="0" latinLnBrk="1"/>
          <a:r>
            <a:rPr lang="ko-KR" altLang="en-US" dirty="0" err="1">
              <a:latin typeface="맑은 고딕" panose="020F0302020204030204"/>
            </a:rPr>
            <a:t>Actor</a:t>
          </a:r>
          <a:endParaRPr lang="ko-KR" altLang="en-US" dirty="0">
            <a:latin typeface="맑은 고딕" panose="020F0302020204030204"/>
          </a:endParaRPr>
        </a:p>
      </dgm:t>
    </dgm:pt>
    <dgm:pt modelId="{9ACF9802-FDB1-4EBB-BBE4-825DF8A00DCF}" type="parTrans" cxnId="{45159917-4C05-4D7D-92FD-73D8B543EA87}">
      <dgm:prSet/>
      <dgm:spPr/>
    </dgm:pt>
    <dgm:pt modelId="{1EA8F968-19B1-496D-A14C-8BE486CC01C7}" type="sibTrans" cxnId="{45159917-4C05-4D7D-92FD-73D8B543EA87}">
      <dgm:prSet/>
      <dgm:spPr/>
    </dgm:pt>
    <dgm:pt modelId="{D8CAE620-BFC4-45CC-87BF-66C8A8734760}">
      <dgm:prSet phldr="0"/>
      <dgm:spPr/>
      <dgm:t>
        <a:bodyPr/>
        <a:lstStyle/>
        <a:p>
          <a:pPr latinLnBrk="1"/>
          <a:r>
            <a:rPr lang="en-US" altLang="ko-KR" sz="900" dirty="0">
              <a:latin typeface="Malgun Gothic"/>
              <a:ea typeface="Malgun Gothic"/>
            </a:rPr>
            <a:t>Component</a:t>
          </a:r>
          <a:endParaRPr lang="ko-KR" altLang="en-US" sz="900" dirty="0">
            <a:latin typeface="맑은 고딕" panose="020F0302020204030204"/>
          </a:endParaRPr>
        </a:p>
      </dgm:t>
    </dgm:pt>
    <dgm:pt modelId="{EA8C477E-8F60-48B2-B4D9-06B382EDE7FB}" type="parTrans" cxnId="{F9B3CB42-E585-42AB-9EE8-5544AD55387D}">
      <dgm:prSet/>
      <dgm:spPr/>
    </dgm:pt>
    <dgm:pt modelId="{7ECA807E-52AB-4D94-A90D-D179B7B3C811}" type="sibTrans" cxnId="{F9B3CB42-E585-42AB-9EE8-5544AD55387D}">
      <dgm:prSet/>
      <dgm:spPr/>
    </dgm:pt>
    <dgm:pt modelId="{CD88E9E2-3E0E-48CD-8DBB-CDF5A80258B3}">
      <dgm:prSet phldr="0"/>
      <dgm:spPr/>
      <dgm:t>
        <a:bodyPr/>
        <a:lstStyle/>
        <a:p>
          <a:pPr latinLnBrk="1"/>
          <a:r>
            <a:rPr lang="en-US" altLang="ko-KR" sz="1100" dirty="0">
              <a:latin typeface="Malgun Gothic"/>
              <a:ea typeface="Malgun Gothic"/>
            </a:rPr>
            <a:t>...</a:t>
          </a:r>
        </a:p>
      </dgm:t>
    </dgm:pt>
    <dgm:pt modelId="{AE25943C-59EB-4ECB-A78D-95320B0E6DE9}" type="parTrans" cxnId="{729B46E1-E664-4930-95FC-E0CE0FB212E8}">
      <dgm:prSet/>
      <dgm:spPr/>
    </dgm:pt>
    <dgm:pt modelId="{69E8516E-BB34-4BF7-91F8-E56343E11E35}" type="sibTrans" cxnId="{729B46E1-E664-4930-95FC-E0CE0FB212E8}">
      <dgm:prSet/>
      <dgm:spPr/>
    </dgm:pt>
    <dgm:pt modelId="{A233F179-C62E-439A-84AA-9F4ABC1A8E28}">
      <dgm:prSet phldr="0"/>
      <dgm:spPr/>
      <dgm:t>
        <a:bodyPr/>
        <a:lstStyle/>
        <a:p>
          <a:pPr rtl="0" latinLnBrk="1"/>
          <a:r>
            <a:rPr lang="en-US" altLang="ko-KR" sz="1100" dirty="0">
              <a:latin typeface="Malgun Gothic"/>
              <a:ea typeface="Malgun Gothic"/>
            </a:rPr>
            <a:t>Component</a:t>
          </a:r>
          <a:endParaRPr lang="ko-KR" altLang="en-US" sz="1100" dirty="0">
            <a:latin typeface="Malgun Gothic"/>
          </a:endParaRPr>
        </a:p>
      </dgm:t>
    </dgm:pt>
    <dgm:pt modelId="{96E1A6A7-E80B-42B5-921C-8BDFF3DB0A04}" type="parTrans" cxnId="{4298D381-B47B-4BA9-B976-29CFAA4A392D}">
      <dgm:prSet/>
      <dgm:spPr/>
    </dgm:pt>
    <dgm:pt modelId="{4966C8C1-2D7D-44A0-8A18-5EDF798D6D81}" type="sibTrans" cxnId="{4298D381-B47B-4BA9-B976-29CFAA4A392D}">
      <dgm:prSet/>
      <dgm:spPr/>
    </dgm:pt>
    <dgm:pt modelId="{36921DCE-6DA3-4D21-B503-6CB565F91443}">
      <dgm:prSet phldr="0"/>
      <dgm:spPr/>
      <dgm:t>
        <a:bodyPr/>
        <a:lstStyle/>
        <a:p>
          <a:pPr latinLnBrk="1"/>
          <a:r>
            <a:rPr lang="en-US" sz="900" dirty="0">
              <a:latin typeface="Malgun Gothic"/>
            </a:rPr>
            <a:t>Component</a:t>
          </a:r>
          <a:endParaRPr lang="ko-KR" sz="900" dirty="0">
            <a:latin typeface="Arial"/>
            <a:ea typeface="Malgun Gothic"/>
          </a:endParaRPr>
        </a:p>
      </dgm:t>
    </dgm:pt>
    <dgm:pt modelId="{A459B96F-6A1A-4424-A199-3C842C9478AF}" type="parTrans" cxnId="{6807DBD7-3EA8-4BFE-B03D-D59541816CBD}">
      <dgm:prSet/>
      <dgm:spPr/>
    </dgm:pt>
    <dgm:pt modelId="{3A8AF524-81A1-47E6-9C7A-290FE619963E}" type="sibTrans" cxnId="{6807DBD7-3EA8-4BFE-B03D-D59541816CBD}">
      <dgm:prSet/>
      <dgm:spPr/>
    </dgm:pt>
    <dgm:pt modelId="{5A5831BC-E7C5-48E4-B450-684094EEA866}">
      <dgm:prSet phldr="0"/>
      <dgm:spPr/>
      <dgm:t>
        <a:bodyPr/>
        <a:lstStyle/>
        <a:p>
          <a:pPr latinLnBrk="1"/>
          <a:r>
            <a:rPr lang="en-US" altLang="ko-KR" sz="900" dirty="0">
              <a:latin typeface="Malgun Gothic"/>
            </a:rPr>
            <a:t>...</a:t>
          </a:r>
        </a:p>
      </dgm:t>
    </dgm:pt>
    <dgm:pt modelId="{58741921-988F-4C0F-8EC9-C4ABDBE318B3}" type="parTrans" cxnId="{A985EA83-50B1-4497-9179-E3954B6CCB51}">
      <dgm:prSet/>
      <dgm:spPr/>
    </dgm:pt>
    <dgm:pt modelId="{7699BA46-5A28-486C-868D-7439D4D02972}" type="sibTrans" cxnId="{A985EA83-50B1-4497-9179-E3954B6CCB51}">
      <dgm:prSet/>
      <dgm:spPr/>
    </dgm:pt>
    <dgm:pt modelId="{7BAB9FC1-CD2D-462A-A37D-0386ABDCFD42}" type="pres">
      <dgm:prSet presAssocID="{3CD8E229-45F0-470B-9818-74AC936F1789}" presName="composite" presStyleCnt="0">
        <dgm:presLayoutVars>
          <dgm:chMax val="1"/>
          <dgm:dir/>
          <dgm:resizeHandles val="exact"/>
        </dgm:presLayoutVars>
      </dgm:prSet>
      <dgm:spPr/>
    </dgm:pt>
    <dgm:pt modelId="{9B0856C1-85E3-4A26-9E48-1F6B2977AFB7}" type="pres">
      <dgm:prSet presAssocID="{66358E1D-8712-4CDE-9333-94AD1177606F}" presName="roof" presStyleLbl="dkBgShp" presStyleIdx="0" presStyleCnt="2"/>
      <dgm:spPr/>
    </dgm:pt>
    <dgm:pt modelId="{CC1B9948-808E-422E-A3C2-98CA112976A1}" type="pres">
      <dgm:prSet presAssocID="{66358E1D-8712-4CDE-9333-94AD1177606F}" presName="pillars" presStyleCnt="0"/>
      <dgm:spPr/>
    </dgm:pt>
    <dgm:pt modelId="{83235FD0-B7D3-48F5-9439-1D0BE7B856B7}" type="pres">
      <dgm:prSet presAssocID="{66358E1D-8712-4CDE-9333-94AD1177606F}" presName="pillar1" presStyleLbl="node1" presStyleIdx="0" presStyleCnt="2">
        <dgm:presLayoutVars>
          <dgm:bulletEnabled val="1"/>
        </dgm:presLayoutVars>
      </dgm:prSet>
      <dgm:spPr/>
    </dgm:pt>
    <dgm:pt modelId="{5F4AA527-2073-4C78-BE99-08DBF8F5CBA9}" type="pres">
      <dgm:prSet presAssocID="{47FA3C43-D0D3-452C-82E5-396077FB8864}" presName="pillarX" presStyleLbl="node1" presStyleIdx="1" presStyleCnt="2">
        <dgm:presLayoutVars>
          <dgm:bulletEnabled val="1"/>
        </dgm:presLayoutVars>
      </dgm:prSet>
      <dgm:spPr/>
    </dgm:pt>
    <dgm:pt modelId="{A2066938-EB31-434B-96E3-C914B94D5D52}" type="pres">
      <dgm:prSet presAssocID="{66358E1D-8712-4CDE-9333-94AD1177606F}" presName="base" presStyleLbl="dkBgShp" presStyleIdx="1" presStyleCnt="2"/>
      <dgm:spPr/>
    </dgm:pt>
  </dgm:ptLst>
  <dgm:cxnLst>
    <dgm:cxn modelId="{45159917-4C05-4D7D-92FD-73D8B543EA87}" srcId="{66358E1D-8712-4CDE-9333-94AD1177606F}" destId="{47FA3C43-D0D3-452C-82E5-396077FB8864}" srcOrd="1" destOrd="0" parTransId="{9ACF9802-FDB1-4EBB-BBE4-825DF8A00DCF}" sibTransId="{1EA8F968-19B1-496D-A14C-8BE486CC01C7}"/>
    <dgm:cxn modelId="{D5385719-4216-41CA-9BFA-467466576822}" type="presOf" srcId="{36921DCE-6DA3-4D21-B503-6CB565F91443}" destId="{5F4AA527-2073-4C78-BE99-08DBF8F5CBA9}" srcOrd="0" destOrd="2" presId="urn:microsoft.com/office/officeart/2005/8/layout/hList3"/>
    <dgm:cxn modelId="{A755701C-061F-4305-A374-D9C244B814E9}" type="presOf" srcId="{B5F4E51D-EFBA-4583-AA0A-1B334287CF1A}" destId="{83235FD0-B7D3-48F5-9439-1D0BE7B856B7}" srcOrd="0" destOrd="0" presId="urn:microsoft.com/office/officeart/2005/8/layout/hList3"/>
    <dgm:cxn modelId="{EF822125-F142-4832-8561-83CFACC14DD1}" type="presOf" srcId="{47FA3C43-D0D3-452C-82E5-396077FB8864}" destId="{5F4AA527-2073-4C78-BE99-08DBF8F5CBA9}" srcOrd="0" destOrd="0" presId="urn:microsoft.com/office/officeart/2005/8/layout/hList3"/>
    <dgm:cxn modelId="{AF65C134-03BC-4349-B787-1B4CA32D802E}" type="presOf" srcId="{D8CAE620-BFC4-45CC-87BF-66C8A8734760}" destId="{83235FD0-B7D3-48F5-9439-1D0BE7B856B7}" srcOrd="0" destOrd="2" presId="urn:microsoft.com/office/officeart/2005/8/layout/hList3"/>
    <dgm:cxn modelId="{5499C534-C20D-47DE-9182-C9B6D3025CD2}" type="presOf" srcId="{66358E1D-8712-4CDE-9333-94AD1177606F}" destId="{9B0856C1-85E3-4A26-9E48-1F6B2977AFB7}" srcOrd="0" destOrd="0" presId="urn:microsoft.com/office/officeart/2005/8/layout/hList3"/>
    <dgm:cxn modelId="{96FA6637-9CCE-4128-BA7B-06C969EF3642}" srcId="{66358E1D-8712-4CDE-9333-94AD1177606F}" destId="{B5F4E51D-EFBA-4583-AA0A-1B334287CF1A}" srcOrd="0" destOrd="0" parTransId="{B14275CE-E117-41E8-B263-9E296E90402E}" sibTransId="{AF9163BF-D8B5-4EA3-A6FF-45FD387390E1}"/>
    <dgm:cxn modelId="{F9B3CB42-E585-42AB-9EE8-5544AD55387D}" srcId="{FE63C7E7-E5CE-488D-B001-94441DFDEBE1}" destId="{D8CAE620-BFC4-45CC-87BF-66C8A8734760}" srcOrd="0" destOrd="0" parTransId="{EA8C477E-8F60-48B2-B4D9-06B382EDE7FB}" sibTransId="{7ECA807E-52AB-4D94-A90D-D179B7B3C811}"/>
    <dgm:cxn modelId="{F7FBEC63-DA16-4B46-B568-4BB2DF360AE3}" type="presOf" srcId="{CD88E9E2-3E0E-48CD-8DBB-CDF5A80258B3}" destId="{83235FD0-B7D3-48F5-9439-1D0BE7B856B7}" srcOrd="0" destOrd="3" presId="urn:microsoft.com/office/officeart/2005/8/layout/hList3"/>
    <dgm:cxn modelId="{A3D22A54-E6D9-48F1-874B-BF6B80B5C309}" type="presOf" srcId="{3CD8E229-45F0-470B-9818-74AC936F1789}" destId="{7BAB9FC1-CD2D-462A-A37D-0386ABDCFD42}" srcOrd="0" destOrd="0" presId="urn:microsoft.com/office/officeart/2005/8/layout/hList3"/>
    <dgm:cxn modelId="{549F8580-401F-4A30-8719-A7FE0476E306}" srcId="{3CD8E229-45F0-470B-9818-74AC936F1789}" destId="{66358E1D-8712-4CDE-9333-94AD1177606F}" srcOrd="0" destOrd="0" parTransId="{32CDB4FB-40A7-4A0B-B2A9-AF29BC0EBC74}" sibTransId="{EE41F941-BCBE-474B-A466-01B9D6118538}"/>
    <dgm:cxn modelId="{4298D381-B47B-4BA9-B976-29CFAA4A392D}" srcId="{47FA3C43-D0D3-452C-82E5-396077FB8864}" destId="{A233F179-C62E-439A-84AA-9F4ABC1A8E28}" srcOrd="0" destOrd="0" parTransId="{96E1A6A7-E80B-42B5-921C-8BDFF3DB0A04}" sibTransId="{4966C8C1-2D7D-44A0-8A18-5EDF798D6D81}"/>
    <dgm:cxn modelId="{7D2C2382-4073-4CED-9128-3FF8BF92CB12}" type="presOf" srcId="{5A5831BC-E7C5-48E4-B450-684094EEA866}" destId="{5F4AA527-2073-4C78-BE99-08DBF8F5CBA9}" srcOrd="0" destOrd="3" presId="urn:microsoft.com/office/officeart/2005/8/layout/hList3"/>
    <dgm:cxn modelId="{A985EA83-50B1-4497-9179-E3954B6CCB51}" srcId="{A233F179-C62E-439A-84AA-9F4ABC1A8E28}" destId="{5A5831BC-E7C5-48E4-B450-684094EEA866}" srcOrd="1" destOrd="0" parTransId="{58741921-988F-4C0F-8EC9-C4ABDBE318B3}" sibTransId="{7699BA46-5A28-486C-868D-7439D4D02972}"/>
    <dgm:cxn modelId="{B70213B8-DA58-4C21-B36A-162082763BA3}" srcId="{B5F4E51D-EFBA-4583-AA0A-1B334287CF1A}" destId="{FE63C7E7-E5CE-488D-B001-94441DFDEBE1}" srcOrd="0" destOrd="0" parTransId="{C27A71AD-7B0D-46FF-9C9D-8B5324F8AD06}" sibTransId="{81B7D58E-1FC5-4E15-81CC-14F6ACAAC7A7}"/>
    <dgm:cxn modelId="{0DC313CA-7751-4BB0-9A83-465BB00BEA28}" type="presOf" srcId="{A233F179-C62E-439A-84AA-9F4ABC1A8E28}" destId="{5F4AA527-2073-4C78-BE99-08DBF8F5CBA9}" srcOrd="0" destOrd="1" presId="urn:microsoft.com/office/officeart/2005/8/layout/hList3"/>
    <dgm:cxn modelId="{6807DBD7-3EA8-4BFE-B03D-D59541816CBD}" srcId="{A233F179-C62E-439A-84AA-9F4ABC1A8E28}" destId="{36921DCE-6DA3-4D21-B503-6CB565F91443}" srcOrd="0" destOrd="0" parTransId="{A459B96F-6A1A-4424-A199-3C842C9478AF}" sibTransId="{3A8AF524-81A1-47E6-9C7A-290FE619963E}"/>
    <dgm:cxn modelId="{729B46E1-E664-4930-95FC-E0CE0FB212E8}" srcId="{B5F4E51D-EFBA-4583-AA0A-1B334287CF1A}" destId="{CD88E9E2-3E0E-48CD-8DBB-CDF5A80258B3}" srcOrd="1" destOrd="0" parTransId="{AE25943C-59EB-4ECB-A78D-95320B0E6DE9}" sibTransId="{69E8516E-BB34-4BF7-91F8-E56343E11E35}"/>
    <dgm:cxn modelId="{089098EF-23DC-433A-85D1-1F97559FCCEF}" type="presOf" srcId="{FE63C7E7-E5CE-488D-B001-94441DFDEBE1}" destId="{83235FD0-B7D3-48F5-9439-1D0BE7B856B7}" srcOrd="0" destOrd="1" presId="urn:microsoft.com/office/officeart/2005/8/layout/hList3"/>
    <dgm:cxn modelId="{E04993D8-15AD-472B-A098-A4B699A61E00}" type="presParOf" srcId="{7BAB9FC1-CD2D-462A-A37D-0386ABDCFD42}" destId="{9B0856C1-85E3-4A26-9E48-1F6B2977AFB7}" srcOrd="0" destOrd="0" presId="urn:microsoft.com/office/officeart/2005/8/layout/hList3"/>
    <dgm:cxn modelId="{F710DA95-7869-4915-9668-84D2016BC2CB}" type="presParOf" srcId="{7BAB9FC1-CD2D-462A-A37D-0386ABDCFD42}" destId="{CC1B9948-808E-422E-A3C2-98CA112976A1}" srcOrd="1" destOrd="0" presId="urn:microsoft.com/office/officeart/2005/8/layout/hList3"/>
    <dgm:cxn modelId="{A5696AAF-F9A2-4F14-A37D-F72B65458495}" type="presParOf" srcId="{CC1B9948-808E-422E-A3C2-98CA112976A1}" destId="{83235FD0-B7D3-48F5-9439-1D0BE7B856B7}" srcOrd="0" destOrd="0" presId="urn:microsoft.com/office/officeart/2005/8/layout/hList3"/>
    <dgm:cxn modelId="{655CDDEE-0453-4413-A1B2-6CEA92A920B0}" type="presParOf" srcId="{CC1B9948-808E-422E-A3C2-98CA112976A1}" destId="{5F4AA527-2073-4C78-BE99-08DBF8F5CBA9}" srcOrd="1" destOrd="0" presId="urn:microsoft.com/office/officeart/2005/8/layout/hList3"/>
    <dgm:cxn modelId="{7DF2133B-921E-4233-B2AA-97D2213088FB}" type="presParOf" srcId="{7BAB9FC1-CD2D-462A-A37D-0386ABDCFD42}" destId="{A2066938-EB31-434B-96E3-C914B94D5D52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B5A6B28-A24D-4F1B-9B82-248F55EFB224}" type="doc">
      <dgm:prSet loTypeId="urn:microsoft.com/office/officeart/2005/8/layout/hierarchy1" loCatId="hierarchy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pPr latinLnBrk="1"/>
          <a:endParaRPr lang="ko-KR" altLang="en-US"/>
        </a:p>
      </dgm:t>
    </dgm:pt>
    <dgm:pt modelId="{3C1E588A-B461-454D-A820-976E67CE7C38}">
      <dgm:prSet phldrT="[텍스트]" phldr="0"/>
      <dgm:spPr/>
      <dgm:t>
        <a:bodyPr/>
        <a:lstStyle/>
        <a:p>
          <a:pPr algn="ctr" latinLnBrk="1">
            <a:lnSpc>
              <a:spcPct val="90000"/>
            </a:lnSpc>
          </a:pPr>
          <a:r>
            <a:rPr lang="en-US" altLang="ko-KR" sz="1600">
              <a:latin typeface="맑은 고딕"/>
              <a:ea typeface="맑은 고딕"/>
              <a:cs typeface="+mn-cs"/>
            </a:rPr>
            <a:t>World</a:t>
          </a:r>
          <a:endParaRPr lang="en-US" altLang="ko-KR" sz="1600">
            <a:latin typeface="맑은 고딕" panose="020F0502020204030204"/>
            <a:ea typeface="맑은 고딕" panose="020B0503020000020004" pitchFamily="34" charset="-127"/>
            <a:cs typeface="+mn-cs"/>
          </a:endParaRPr>
        </a:p>
      </dgm:t>
    </dgm:pt>
    <dgm:pt modelId="{9633D568-9CAB-4418-B9DF-F60ECDBE0AC4}" type="parTrans" cxnId="{003F84F5-1A22-4439-8ADC-6873765DCF5F}">
      <dgm:prSet/>
      <dgm:spPr/>
      <dgm:t>
        <a:bodyPr/>
        <a:lstStyle/>
        <a:p>
          <a:pPr latinLnBrk="1"/>
          <a:endParaRPr lang="ko-KR" altLang="en-US"/>
        </a:p>
      </dgm:t>
    </dgm:pt>
    <dgm:pt modelId="{FAE49364-1929-47ED-A964-5AFBB933E031}" type="sibTrans" cxnId="{003F84F5-1A22-4439-8ADC-6873765DCF5F}">
      <dgm:prSet/>
      <dgm:spPr/>
      <dgm:t>
        <a:bodyPr/>
        <a:lstStyle/>
        <a:p>
          <a:pPr latinLnBrk="1"/>
          <a:endParaRPr lang="ko-KR" altLang="en-US"/>
        </a:p>
      </dgm:t>
    </dgm:pt>
    <dgm:pt modelId="{D767F84E-E24B-436B-BD45-F93B236AC5DD}">
      <dgm:prSet phldrT="[텍스트]" phldr="0"/>
      <dgm:spPr/>
      <dgm:t>
        <a:bodyPr/>
        <a:lstStyle/>
        <a:p>
          <a:pPr algn="ctr" latinLnBrk="1">
            <a:lnSpc>
              <a:spcPct val="90000"/>
            </a:lnSpc>
          </a:pPr>
          <a:r>
            <a:rPr lang="en-US" altLang="ko-KR" sz="1600">
              <a:latin typeface="맑은 고딕"/>
              <a:ea typeface="맑은 고딕"/>
              <a:cs typeface="+mn-cs"/>
            </a:rPr>
            <a:t>Actor</a:t>
          </a:r>
        </a:p>
      </dgm:t>
    </dgm:pt>
    <dgm:pt modelId="{B2FBF2F9-9EEE-41F7-AEB7-50C3409792AF}" type="parTrans" cxnId="{CF7AB4BC-7113-462E-8898-9B2B583EECFE}">
      <dgm:prSet/>
      <dgm:spPr/>
      <dgm:t>
        <a:bodyPr/>
        <a:lstStyle/>
        <a:p>
          <a:pPr latinLnBrk="1"/>
          <a:endParaRPr lang="ko-KR" altLang="en-US"/>
        </a:p>
      </dgm:t>
    </dgm:pt>
    <dgm:pt modelId="{69B28FE5-9B86-4D61-83A3-B14263AFC4D7}" type="sibTrans" cxnId="{CF7AB4BC-7113-462E-8898-9B2B583EECFE}">
      <dgm:prSet/>
      <dgm:spPr/>
      <dgm:t>
        <a:bodyPr/>
        <a:lstStyle/>
        <a:p>
          <a:pPr latinLnBrk="1"/>
          <a:endParaRPr lang="ko-KR" altLang="en-US"/>
        </a:p>
      </dgm:t>
    </dgm:pt>
    <dgm:pt modelId="{A759119F-9C92-48FA-BCA3-F23851C4A125}">
      <dgm:prSet phldr="0"/>
      <dgm:spPr/>
      <dgm:t>
        <a:bodyPr/>
        <a:lstStyle/>
        <a:p>
          <a:pPr algn="ctr" latinLnBrk="1">
            <a:lnSpc>
              <a:spcPct val="90000"/>
            </a:lnSpc>
          </a:pPr>
          <a:r>
            <a:rPr lang="en-US" altLang="ko-KR" sz="1600" dirty="0">
              <a:latin typeface="맑은 고딕"/>
              <a:ea typeface="맑은 고딕"/>
              <a:cs typeface="+mn-cs"/>
            </a:rPr>
            <a:t>Component</a:t>
          </a:r>
        </a:p>
      </dgm:t>
    </dgm:pt>
    <dgm:pt modelId="{6FE91D64-FAE2-4C78-A524-2ACAE851B813}" type="parTrans" cxnId="{3B81BD58-1EA5-4A5B-ADAE-F3F97861AAEB}">
      <dgm:prSet/>
      <dgm:spPr/>
    </dgm:pt>
    <dgm:pt modelId="{2770AF51-66AD-4AEE-874B-7ABB14818A3D}" type="sibTrans" cxnId="{3B81BD58-1EA5-4A5B-ADAE-F3F97861AAEB}">
      <dgm:prSet/>
      <dgm:spPr/>
    </dgm:pt>
    <dgm:pt modelId="{DD48663B-28BE-4E82-9E10-A0E2EC2DE98F}" type="pres">
      <dgm:prSet presAssocID="{7B5A6B28-A24D-4F1B-9B82-248F55EFB22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DE5CCBF-16E1-4342-93DF-809D6EEC4DE4}" type="pres">
      <dgm:prSet presAssocID="{3C1E588A-B461-454D-A820-976E67CE7C38}" presName="hierRoot1" presStyleCnt="0"/>
      <dgm:spPr/>
    </dgm:pt>
    <dgm:pt modelId="{1F832022-8992-4423-B93D-21522E7FFA3D}" type="pres">
      <dgm:prSet presAssocID="{3C1E588A-B461-454D-A820-976E67CE7C38}" presName="composite" presStyleCnt="0"/>
      <dgm:spPr/>
    </dgm:pt>
    <dgm:pt modelId="{2C219AB2-2BCE-471E-83A3-EA060007790A}" type="pres">
      <dgm:prSet presAssocID="{3C1E588A-B461-454D-A820-976E67CE7C38}" presName="background" presStyleLbl="node0" presStyleIdx="0" presStyleCnt="3"/>
      <dgm:spPr/>
    </dgm:pt>
    <dgm:pt modelId="{95AB63B2-767A-4096-B476-813602BF3646}" type="pres">
      <dgm:prSet presAssocID="{3C1E588A-B461-454D-A820-976E67CE7C38}" presName="text" presStyleLbl="fgAcc0" presStyleIdx="0" presStyleCnt="3">
        <dgm:presLayoutVars>
          <dgm:chPref val="3"/>
        </dgm:presLayoutVars>
      </dgm:prSet>
      <dgm:spPr/>
    </dgm:pt>
    <dgm:pt modelId="{8D4B5106-9F10-40A3-9730-A4E6D406CF85}" type="pres">
      <dgm:prSet presAssocID="{3C1E588A-B461-454D-A820-976E67CE7C38}" presName="hierChild2" presStyleCnt="0"/>
      <dgm:spPr/>
    </dgm:pt>
    <dgm:pt modelId="{69DC0C38-ED84-48C7-A603-A1D6054BE79F}" type="pres">
      <dgm:prSet presAssocID="{D767F84E-E24B-436B-BD45-F93B236AC5DD}" presName="hierRoot1" presStyleCnt="0"/>
      <dgm:spPr/>
    </dgm:pt>
    <dgm:pt modelId="{7F527C5F-7CD8-41FD-AADD-D0D85DDC08A8}" type="pres">
      <dgm:prSet presAssocID="{D767F84E-E24B-436B-BD45-F93B236AC5DD}" presName="composite" presStyleCnt="0"/>
      <dgm:spPr/>
    </dgm:pt>
    <dgm:pt modelId="{797A37D7-011D-4E17-88F1-ABEB9838E978}" type="pres">
      <dgm:prSet presAssocID="{D767F84E-E24B-436B-BD45-F93B236AC5DD}" presName="background" presStyleLbl="node0" presStyleIdx="1" presStyleCnt="3"/>
      <dgm:spPr/>
    </dgm:pt>
    <dgm:pt modelId="{F07CEC9D-F20F-46EB-B44D-86D79E2C9129}" type="pres">
      <dgm:prSet presAssocID="{D767F84E-E24B-436B-BD45-F93B236AC5DD}" presName="text" presStyleLbl="fgAcc0" presStyleIdx="1" presStyleCnt="3">
        <dgm:presLayoutVars>
          <dgm:chPref val="3"/>
        </dgm:presLayoutVars>
      </dgm:prSet>
      <dgm:spPr/>
    </dgm:pt>
    <dgm:pt modelId="{621F5276-E3BC-43EF-9E46-931F341ECE1A}" type="pres">
      <dgm:prSet presAssocID="{D767F84E-E24B-436B-BD45-F93B236AC5DD}" presName="hierChild2" presStyleCnt="0"/>
      <dgm:spPr/>
    </dgm:pt>
    <dgm:pt modelId="{8CA44794-5EBF-43E6-AD83-A8D3CA310B72}" type="pres">
      <dgm:prSet presAssocID="{A759119F-9C92-48FA-BCA3-F23851C4A125}" presName="hierRoot1" presStyleCnt="0"/>
      <dgm:spPr/>
    </dgm:pt>
    <dgm:pt modelId="{D6D03891-DB06-467F-AB54-2828C0584576}" type="pres">
      <dgm:prSet presAssocID="{A759119F-9C92-48FA-BCA3-F23851C4A125}" presName="composite" presStyleCnt="0"/>
      <dgm:spPr/>
    </dgm:pt>
    <dgm:pt modelId="{1EA48291-C904-4003-AE70-CA20BCE7AB74}" type="pres">
      <dgm:prSet presAssocID="{A759119F-9C92-48FA-BCA3-F23851C4A125}" presName="background" presStyleLbl="node0" presStyleIdx="2" presStyleCnt="3"/>
      <dgm:spPr/>
    </dgm:pt>
    <dgm:pt modelId="{5181094D-BCAC-4C00-863C-E7D0764D4A2E}" type="pres">
      <dgm:prSet presAssocID="{A759119F-9C92-48FA-BCA3-F23851C4A125}" presName="text" presStyleLbl="fgAcc0" presStyleIdx="2" presStyleCnt="3">
        <dgm:presLayoutVars>
          <dgm:chPref val="3"/>
        </dgm:presLayoutVars>
      </dgm:prSet>
      <dgm:spPr/>
    </dgm:pt>
    <dgm:pt modelId="{E1202011-2F34-427D-89E9-47DA7E9078B1}" type="pres">
      <dgm:prSet presAssocID="{A759119F-9C92-48FA-BCA3-F23851C4A125}" presName="hierChild2" presStyleCnt="0"/>
      <dgm:spPr/>
    </dgm:pt>
  </dgm:ptLst>
  <dgm:cxnLst>
    <dgm:cxn modelId="{65DD601B-C999-4380-8E35-A21BD3460D27}" type="presOf" srcId="{D767F84E-E24B-436B-BD45-F93B236AC5DD}" destId="{F07CEC9D-F20F-46EB-B44D-86D79E2C9129}" srcOrd="0" destOrd="0" presId="urn:microsoft.com/office/officeart/2005/8/layout/hierarchy1"/>
    <dgm:cxn modelId="{B89F9C6E-F941-4521-8831-557722282CA9}" type="presOf" srcId="{3C1E588A-B461-454D-A820-976E67CE7C38}" destId="{95AB63B2-767A-4096-B476-813602BF3646}" srcOrd="0" destOrd="0" presId="urn:microsoft.com/office/officeart/2005/8/layout/hierarchy1"/>
    <dgm:cxn modelId="{3B81BD58-1EA5-4A5B-ADAE-F3F97861AAEB}" srcId="{7B5A6B28-A24D-4F1B-9B82-248F55EFB224}" destId="{A759119F-9C92-48FA-BCA3-F23851C4A125}" srcOrd="2" destOrd="0" parTransId="{6FE91D64-FAE2-4C78-A524-2ACAE851B813}" sibTransId="{2770AF51-66AD-4AEE-874B-7ABB14818A3D}"/>
    <dgm:cxn modelId="{A0FEB8B4-BFC5-492F-B16D-7CF0B34A0CDB}" type="presOf" srcId="{7B5A6B28-A24D-4F1B-9B82-248F55EFB224}" destId="{DD48663B-28BE-4E82-9E10-A0E2EC2DE98F}" srcOrd="0" destOrd="0" presId="urn:microsoft.com/office/officeart/2005/8/layout/hierarchy1"/>
    <dgm:cxn modelId="{CF7AB4BC-7113-462E-8898-9B2B583EECFE}" srcId="{7B5A6B28-A24D-4F1B-9B82-248F55EFB224}" destId="{D767F84E-E24B-436B-BD45-F93B236AC5DD}" srcOrd="1" destOrd="0" parTransId="{B2FBF2F9-9EEE-41F7-AEB7-50C3409792AF}" sibTransId="{69B28FE5-9B86-4D61-83A3-B14263AFC4D7}"/>
    <dgm:cxn modelId="{492700EA-F5AF-40B3-99ED-ECF47A3A8D8B}" type="presOf" srcId="{A759119F-9C92-48FA-BCA3-F23851C4A125}" destId="{5181094D-BCAC-4C00-863C-E7D0764D4A2E}" srcOrd="0" destOrd="0" presId="urn:microsoft.com/office/officeart/2005/8/layout/hierarchy1"/>
    <dgm:cxn modelId="{003F84F5-1A22-4439-8ADC-6873765DCF5F}" srcId="{7B5A6B28-A24D-4F1B-9B82-248F55EFB224}" destId="{3C1E588A-B461-454D-A820-976E67CE7C38}" srcOrd="0" destOrd="0" parTransId="{9633D568-9CAB-4418-B9DF-F60ECDBE0AC4}" sibTransId="{FAE49364-1929-47ED-A964-5AFBB933E031}"/>
    <dgm:cxn modelId="{06333C1F-AAFB-432C-9170-9B5D5E8EEBFA}" type="presParOf" srcId="{DD48663B-28BE-4E82-9E10-A0E2EC2DE98F}" destId="{CDE5CCBF-16E1-4342-93DF-809D6EEC4DE4}" srcOrd="0" destOrd="0" presId="urn:microsoft.com/office/officeart/2005/8/layout/hierarchy1"/>
    <dgm:cxn modelId="{F4C57EF9-91D4-471F-8133-A28F21C1E21B}" type="presParOf" srcId="{CDE5CCBF-16E1-4342-93DF-809D6EEC4DE4}" destId="{1F832022-8992-4423-B93D-21522E7FFA3D}" srcOrd="0" destOrd="0" presId="urn:microsoft.com/office/officeart/2005/8/layout/hierarchy1"/>
    <dgm:cxn modelId="{411871E6-CEBB-4A37-848A-C37B5276686E}" type="presParOf" srcId="{1F832022-8992-4423-B93D-21522E7FFA3D}" destId="{2C219AB2-2BCE-471E-83A3-EA060007790A}" srcOrd="0" destOrd="0" presId="urn:microsoft.com/office/officeart/2005/8/layout/hierarchy1"/>
    <dgm:cxn modelId="{2022D95A-D447-4455-A1C0-7DEA32674870}" type="presParOf" srcId="{1F832022-8992-4423-B93D-21522E7FFA3D}" destId="{95AB63B2-767A-4096-B476-813602BF3646}" srcOrd="1" destOrd="0" presId="urn:microsoft.com/office/officeart/2005/8/layout/hierarchy1"/>
    <dgm:cxn modelId="{1ABBE724-0656-4198-AC6C-1C03E4E4A605}" type="presParOf" srcId="{CDE5CCBF-16E1-4342-93DF-809D6EEC4DE4}" destId="{8D4B5106-9F10-40A3-9730-A4E6D406CF85}" srcOrd="1" destOrd="0" presId="urn:microsoft.com/office/officeart/2005/8/layout/hierarchy1"/>
    <dgm:cxn modelId="{788F69E2-EEA5-429E-9C51-D5C41F6BD29D}" type="presParOf" srcId="{DD48663B-28BE-4E82-9E10-A0E2EC2DE98F}" destId="{69DC0C38-ED84-48C7-A603-A1D6054BE79F}" srcOrd="1" destOrd="0" presId="urn:microsoft.com/office/officeart/2005/8/layout/hierarchy1"/>
    <dgm:cxn modelId="{68765182-587A-4C03-9E12-1E5B294DCB4A}" type="presParOf" srcId="{69DC0C38-ED84-48C7-A603-A1D6054BE79F}" destId="{7F527C5F-7CD8-41FD-AADD-D0D85DDC08A8}" srcOrd="0" destOrd="0" presId="urn:microsoft.com/office/officeart/2005/8/layout/hierarchy1"/>
    <dgm:cxn modelId="{A9A7B135-70BE-4EDC-AB4A-548809B033DE}" type="presParOf" srcId="{7F527C5F-7CD8-41FD-AADD-D0D85DDC08A8}" destId="{797A37D7-011D-4E17-88F1-ABEB9838E978}" srcOrd="0" destOrd="0" presId="urn:microsoft.com/office/officeart/2005/8/layout/hierarchy1"/>
    <dgm:cxn modelId="{2AB8FD4D-98AE-4274-8231-58DCBEB532EB}" type="presParOf" srcId="{7F527C5F-7CD8-41FD-AADD-D0D85DDC08A8}" destId="{F07CEC9D-F20F-46EB-B44D-86D79E2C9129}" srcOrd="1" destOrd="0" presId="urn:microsoft.com/office/officeart/2005/8/layout/hierarchy1"/>
    <dgm:cxn modelId="{CF03969D-FB25-4327-A214-BFBE3556F192}" type="presParOf" srcId="{69DC0C38-ED84-48C7-A603-A1D6054BE79F}" destId="{621F5276-E3BC-43EF-9E46-931F341ECE1A}" srcOrd="1" destOrd="0" presId="urn:microsoft.com/office/officeart/2005/8/layout/hierarchy1"/>
    <dgm:cxn modelId="{9484A0E4-2C26-45DE-959C-C8F19B341AEC}" type="presParOf" srcId="{DD48663B-28BE-4E82-9E10-A0E2EC2DE98F}" destId="{8CA44794-5EBF-43E6-AD83-A8D3CA310B72}" srcOrd="2" destOrd="0" presId="urn:microsoft.com/office/officeart/2005/8/layout/hierarchy1"/>
    <dgm:cxn modelId="{CE041CC5-FA50-4245-88AC-6E7C90F2B107}" type="presParOf" srcId="{8CA44794-5EBF-43E6-AD83-A8D3CA310B72}" destId="{D6D03891-DB06-467F-AB54-2828C0584576}" srcOrd="0" destOrd="0" presId="urn:microsoft.com/office/officeart/2005/8/layout/hierarchy1"/>
    <dgm:cxn modelId="{561C59F6-CCBC-4928-A1B5-C771AC6AA275}" type="presParOf" srcId="{D6D03891-DB06-467F-AB54-2828C0584576}" destId="{1EA48291-C904-4003-AE70-CA20BCE7AB74}" srcOrd="0" destOrd="0" presId="urn:microsoft.com/office/officeart/2005/8/layout/hierarchy1"/>
    <dgm:cxn modelId="{20D62C16-00BD-4578-9BFE-25336B508E57}" type="presParOf" srcId="{D6D03891-DB06-467F-AB54-2828C0584576}" destId="{5181094D-BCAC-4C00-863C-E7D0764D4A2E}" srcOrd="1" destOrd="0" presId="urn:microsoft.com/office/officeart/2005/8/layout/hierarchy1"/>
    <dgm:cxn modelId="{D1596D69-6CEC-496C-8691-4763A86AB86D}" type="presParOf" srcId="{8CA44794-5EBF-43E6-AD83-A8D3CA310B72}" destId="{E1202011-2F34-427D-89E9-47DA7E9078B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CD8E229-45F0-470B-9818-74AC936F1789}" type="doc">
      <dgm:prSet loTypeId="urn:microsoft.com/office/officeart/2005/8/layout/hList3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pPr latinLnBrk="1"/>
          <a:endParaRPr lang="ko-KR" altLang="en-US"/>
        </a:p>
      </dgm:t>
    </dgm:pt>
    <dgm:pt modelId="{66358E1D-8712-4CDE-9333-94AD1177606F}">
      <dgm:prSet phldrT="[텍스트]" phldr="0"/>
      <dgm:spPr/>
      <dgm:t>
        <a:bodyPr/>
        <a:lstStyle/>
        <a:p>
          <a:pPr latinLnBrk="1"/>
          <a:r>
            <a:rPr lang="ko-KR" altLang="en-US" dirty="0">
              <a:latin typeface="맑은 고딕" panose="020F0302020204030204"/>
            </a:rPr>
            <a:t>World</a:t>
          </a:r>
          <a:endParaRPr lang="ko-KR" altLang="en-US" dirty="0"/>
        </a:p>
      </dgm:t>
    </dgm:pt>
    <dgm:pt modelId="{32CDB4FB-40A7-4A0B-B2A9-AF29BC0EBC74}" type="parTrans" cxnId="{549F8580-401F-4A30-8719-A7FE0476E306}">
      <dgm:prSet/>
      <dgm:spPr/>
      <dgm:t>
        <a:bodyPr/>
        <a:lstStyle/>
        <a:p>
          <a:pPr latinLnBrk="1"/>
          <a:endParaRPr lang="ko-KR" altLang="en-US"/>
        </a:p>
      </dgm:t>
    </dgm:pt>
    <dgm:pt modelId="{EE41F941-BCBE-474B-A466-01B9D6118538}" type="sibTrans" cxnId="{549F8580-401F-4A30-8719-A7FE0476E306}">
      <dgm:prSet/>
      <dgm:spPr/>
      <dgm:t>
        <a:bodyPr/>
        <a:lstStyle/>
        <a:p>
          <a:pPr latinLnBrk="1"/>
          <a:endParaRPr lang="ko-KR" altLang="en-US"/>
        </a:p>
      </dgm:t>
    </dgm:pt>
    <dgm:pt modelId="{B5F4E51D-EFBA-4583-AA0A-1B334287CF1A}">
      <dgm:prSet phldrT="[텍스트]" phldr="0"/>
      <dgm:spPr/>
      <dgm:t>
        <a:bodyPr/>
        <a:lstStyle/>
        <a:p>
          <a:pPr latinLnBrk="1"/>
          <a:r>
            <a:rPr lang="ko-KR" altLang="en-US" dirty="0" err="1">
              <a:latin typeface="맑은 고딕" panose="020F0302020204030204"/>
            </a:rPr>
            <a:t>Actor</a:t>
          </a:r>
          <a:endParaRPr lang="ko-KR" altLang="en-US" dirty="0"/>
        </a:p>
      </dgm:t>
    </dgm:pt>
    <dgm:pt modelId="{B14275CE-E117-41E8-B263-9E296E90402E}" type="parTrans" cxnId="{96FA6637-9CCE-4128-BA7B-06C969EF3642}">
      <dgm:prSet/>
      <dgm:spPr/>
      <dgm:t>
        <a:bodyPr/>
        <a:lstStyle/>
        <a:p>
          <a:pPr latinLnBrk="1"/>
          <a:endParaRPr lang="ko-KR" altLang="en-US"/>
        </a:p>
      </dgm:t>
    </dgm:pt>
    <dgm:pt modelId="{AF9163BF-D8B5-4EA3-A6FF-45FD387390E1}" type="sibTrans" cxnId="{96FA6637-9CCE-4128-BA7B-06C969EF3642}">
      <dgm:prSet/>
      <dgm:spPr/>
      <dgm:t>
        <a:bodyPr/>
        <a:lstStyle/>
        <a:p>
          <a:pPr latinLnBrk="1"/>
          <a:endParaRPr lang="ko-KR" altLang="en-US"/>
        </a:p>
      </dgm:t>
    </dgm:pt>
    <dgm:pt modelId="{FE63C7E7-E5CE-488D-B001-94441DFDEBE1}">
      <dgm:prSet phldrT="[텍스트]" phldr="0"/>
      <dgm:spPr/>
      <dgm:t>
        <a:bodyPr/>
        <a:lstStyle/>
        <a:p>
          <a:pPr latinLnBrk="1"/>
          <a:r>
            <a:rPr lang="ko-KR" altLang="en-US" sz="1400" dirty="0">
              <a:latin typeface="맑은 고딕" panose="020F0302020204030204"/>
            </a:rPr>
            <a:t>Component</a:t>
          </a:r>
          <a:endParaRPr lang="ko-KR" altLang="en-US" sz="1400" dirty="0"/>
        </a:p>
      </dgm:t>
    </dgm:pt>
    <dgm:pt modelId="{C27A71AD-7B0D-46FF-9C9D-8B5324F8AD06}" type="parTrans" cxnId="{B70213B8-DA58-4C21-B36A-162082763BA3}">
      <dgm:prSet/>
      <dgm:spPr/>
      <dgm:t>
        <a:bodyPr/>
        <a:lstStyle/>
        <a:p>
          <a:pPr latinLnBrk="1"/>
          <a:endParaRPr lang="ko-KR" altLang="en-US"/>
        </a:p>
      </dgm:t>
    </dgm:pt>
    <dgm:pt modelId="{81B7D58E-1FC5-4E15-81CC-14F6ACAAC7A7}" type="sibTrans" cxnId="{B70213B8-DA58-4C21-B36A-162082763BA3}">
      <dgm:prSet/>
      <dgm:spPr/>
      <dgm:t>
        <a:bodyPr/>
        <a:lstStyle/>
        <a:p>
          <a:pPr latinLnBrk="1"/>
          <a:endParaRPr lang="ko-KR" altLang="en-US"/>
        </a:p>
      </dgm:t>
    </dgm:pt>
    <dgm:pt modelId="{47FA3C43-D0D3-452C-82E5-396077FB8864}">
      <dgm:prSet phldr="0"/>
      <dgm:spPr/>
      <dgm:t>
        <a:bodyPr/>
        <a:lstStyle/>
        <a:p>
          <a:pPr rtl="0" latinLnBrk="1"/>
          <a:r>
            <a:rPr lang="ko-KR" altLang="en-US" dirty="0" err="1">
              <a:latin typeface="맑은 고딕" panose="020F0302020204030204"/>
            </a:rPr>
            <a:t>Actor</a:t>
          </a:r>
          <a:endParaRPr lang="ko-KR" altLang="en-US" dirty="0">
            <a:latin typeface="맑은 고딕" panose="020F0302020204030204"/>
          </a:endParaRPr>
        </a:p>
      </dgm:t>
    </dgm:pt>
    <dgm:pt modelId="{9ACF9802-FDB1-4EBB-BBE4-825DF8A00DCF}" type="parTrans" cxnId="{45159917-4C05-4D7D-92FD-73D8B543EA87}">
      <dgm:prSet/>
      <dgm:spPr/>
    </dgm:pt>
    <dgm:pt modelId="{1EA8F968-19B1-496D-A14C-8BE486CC01C7}" type="sibTrans" cxnId="{45159917-4C05-4D7D-92FD-73D8B543EA87}">
      <dgm:prSet/>
      <dgm:spPr/>
    </dgm:pt>
    <dgm:pt modelId="{D8CAE620-BFC4-45CC-87BF-66C8A8734760}">
      <dgm:prSet phldr="0"/>
      <dgm:spPr/>
      <dgm:t>
        <a:bodyPr/>
        <a:lstStyle/>
        <a:p>
          <a:pPr latinLnBrk="1"/>
          <a:r>
            <a:rPr lang="en-US" altLang="ko-KR" sz="900" dirty="0">
              <a:latin typeface="Malgun Gothic"/>
              <a:ea typeface="Malgun Gothic"/>
            </a:rPr>
            <a:t>Component</a:t>
          </a:r>
          <a:endParaRPr lang="ko-KR" altLang="en-US" sz="900" dirty="0">
            <a:latin typeface="맑은 고딕" panose="020F0302020204030204"/>
          </a:endParaRPr>
        </a:p>
      </dgm:t>
    </dgm:pt>
    <dgm:pt modelId="{EA8C477E-8F60-48B2-B4D9-06B382EDE7FB}" type="parTrans" cxnId="{F9B3CB42-E585-42AB-9EE8-5544AD55387D}">
      <dgm:prSet/>
      <dgm:spPr/>
    </dgm:pt>
    <dgm:pt modelId="{7ECA807E-52AB-4D94-A90D-D179B7B3C811}" type="sibTrans" cxnId="{F9B3CB42-E585-42AB-9EE8-5544AD55387D}">
      <dgm:prSet/>
      <dgm:spPr/>
    </dgm:pt>
    <dgm:pt modelId="{CD88E9E2-3E0E-48CD-8DBB-CDF5A80258B3}">
      <dgm:prSet phldr="0"/>
      <dgm:spPr/>
      <dgm:t>
        <a:bodyPr/>
        <a:lstStyle/>
        <a:p>
          <a:pPr latinLnBrk="1"/>
          <a:r>
            <a:rPr lang="en-US" altLang="ko-KR" sz="1100" dirty="0">
              <a:latin typeface="Malgun Gothic"/>
              <a:ea typeface="Malgun Gothic"/>
            </a:rPr>
            <a:t>...</a:t>
          </a:r>
        </a:p>
      </dgm:t>
    </dgm:pt>
    <dgm:pt modelId="{AE25943C-59EB-4ECB-A78D-95320B0E6DE9}" type="parTrans" cxnId="{729B46E1-E664-4930-95FC-E0CE0FB212E8}">
      <dgm:prSet/>
      <dgm:spPr/>
    </dgm:pt>
    <dgm:pt modelId="{69E8516E-BB34-4BF7-91F8-E56343E11E35}" type="sibTrans" cxnId="{729B46E1-E664-4930-95FC-E0CE0FB212E8}">
      <dgm:prSet/>
      <dgm:spPr/>
    </dgm:pt>
    <dgm:pt modelId="{A233F179-C62E-439A-84AA-9F4ABC1A8E28}">
      <dgm:prSet phldr="0"/>
      <dgm:spPr/>
      <dgm:t>
        <a:bodyPr/>
        <a:lstStyle/>
        <a:p>
          <a:pPr rtl="0" latinLnBrk="1"/>
          <a:r>
            <a:rPr lang="en-US" altLang="ko-KR" sz="1100" dirty="0">
              <a:latin typeface="Malgun Gothic"/>
              <a:ea typeface="Malgun Gothic"/>
            </a:rPr>
            <a:t>Component</a:t>
          </a:r>
          <a:endParaRPr lang="ko-KR" altLang="en-US" sz="1100" dirty="0">
            <a:latin typeface="Malgun Gothic"/>
          </a:endParaRPr>
        </a:p>
      </dgm:t>
    </dgm:pt>
    <dgm:pt modelId="{96E1A6A7-E80B-42B5-921C-8BDFF3DB0A04}" type="parTrans" cxnId="{4298D381-B47B-4BA9-B976-29CFAA4A392D}">
      <dgm:prSet/>
      <dgm:spPr/>
    </dgm:pt>
    <dgm:pt modelId="{4966C8C1-2D7D-44A0-8A18-5EDF798D6D81}" type="sibTrans" cxnId="{4298D381-B47B-4BA9-B976-29CFAA4A392D}">
      <dgm:prSet/>
      <dgm:spPr/>
    </dgm:pt>
    <dgm:pt modelId="{36921DCE-6DA3-4D21-B503-6CB565F91443}">
      <dgm:prSet phldr="0"/>
      <dgm:spPr/>
      <dgm:t>
        <a:bodyPr/>
        <a:lstStyle/>
        <a:p>
          <a:pPr latinLnBrk="1"/>
          <a:r>
            <a:rPr lang="en-US" sz="900" dirty="0">
              <a:latin typeface="Malgun Gothic"/>
            </a:rPr>
            <a:t>Component</a:t>
          </a:r>
          <a:endParaRPr lang="ko-KR" sz="900" dirty="0">
            <a:latin typeface="Arial"/>
            <a:ea typeface="Malgun Gothic"/>
          </a:endParaRPr>
        </a:p>
      </dgm:t>
    </dgm:pt>
    <dgm:pt modelId="{A459B96F-6A1A-4424-A199-3C842C9478AF}" type="parTrans" cxnId="{6807DBD7-3EA8-4BFE-B03D-D59541816CBD}">
      <dgm:prSet/>
      <dgm:spPr/>
    </dgm:pt>
    <dgm:pt modelId="{3A8AF524-81A1-47E6-9C7A-290FE619963E}" type="sibTrans" cxnId="{6807DBD7-3EA8-4BFE-B03D-D59541816CBD}">
      <dgm:prSet/>
      <dgm:spPr/>
    </dgm:pt>
    <dgm:pt modelId="{5A5831BC-E7C5-48E4-B450-684094EEA866}">
      <dgm:prSet phldr="0"/>
      <dgm:spPr/>
      <dgm:t>
        <a:bodyPr/>
        <a:lstStyle/>
        <a:p>
          <a:pPr latinLnBrk="1"/>
          <a:r>
            <a:rPr lang="en-US" altLang="ko-KR" sz="900" dirty="0">
              <a:latin typeface="Malgun Gothic"/>
            </a:rPr>
            <a:t>...</a:t>
          </a:r>
        </a:p>
      </dgm:t>
    </dgm:pt>
    <dgm:pt modelId="{58741921-988F-4C0F-8EC9-C4ABDBE318B3}" type="parTrans" cxnId="{A985EA83-50B1-4497-9179-E3954B6CCB51}">
      <dgm:prSet/>
      <dgm:spPr/>
    </dgm:pt>
    <dgm:pt modelId="{7699BA46-5A28-486C-868D-7439D4D02972}" type="sibTrans" cxnId="{A985EA83-50B1-4497-9179-E3954B6CCB51}">
      <dgm:prSet/>
      <dgm:spPr/>
    </dgm:pt>
    <dgm:pt modelId="{7BAB9FC1-CD2D-462A-A37D-0386ABDCFD42}" type="pres">
      <dgm:prSet presAssocID="{3CD8E229-45F0-470B-9818-74AC936F1789}" presName="composite" presStyleCnt="0">
        <dgm:presLayoutVars>
          <dgm:chMax val="1"/>
          <dgm:dir/>
          <dgm:resizeHandles val="exact"/>
        </dgm:presLayoutVars>
      </dgm:prSet>
      <dgm:spPr/>
    </dgm:pt>
    <dgm:pt modelId="{9B0856C1-85E3-4A26-9E48-1F6B2977AFB7}" type="pres">
      <dgm:prSet presAssocID="{66358E1D-8712-4CDE-9333-94AD1177606F}" presName="roof" presStyleLbl="dkBgShp" presStyleIdx="0" presStyleCnt="2"/>
      <dgm:spPr/>
    </dgm:pt>
    <dgm:pt modelId="{CC1B9948-808E-422E-A3C2-98CA112976A1}" type="pres">
      <dgm:prSet presAssocID="{66358E1D-8712-4CDE-9333-94AD1177606F}" presName="pillars" presStyleCnt="0"/>
      <dgm:spPr/>
    </dgm:pt>
    <dgm:pt modelId="{83235FD0-B7D3-48F5-9439-1D0BE7B856B7}" type="pres">
      <dgm:prSet presAssocID="{66358E1D-8712-4CDE-9333-94AD1177606F}" presName="pillar1" presStyleLbl="node1" presStyleIdx="0" presStyleCnt="2">
        <dgm:presLayoutVars>
          <dgm:bulletEnabled val="1"/>
        </dgm:presLayoutVars>
      </dgm:prSet>
      <dgm:spPr/>
    </dgm:pt>
    <dgm:pt modelId="{5F4AA527-2073-4C78-BE99-08DBF8F5CBA9}" type="pres">
      <dgm:prSet presAssocID="{47FA3C43-D0D3-452C-82E5-396077FB8864}" presName="pillarX" presStyleLbl="node1" presStyleIdx="1" presStyleCnt="2">
        <dgm:presLayoutVars>
          <dgm:bulletEnabled val="1"/>
        </dgm:presLayoutVars>
      </dgm:prSet>
      <dgm:spPr/>
    </dgm:pt>
    <dgm:pt modelId="{A2066938-EB31-434B-96E3-C914B94D5D52}" type="pres">
      <dgm:prSet presAssocID="{66358E1D-8712-4CDE-9333-94AD1177606F}" presName="base" presStyleLbl="dkBgShp" presStyleIdx="1" presStyleCnt="2"/>
      <dgm:spPr/>
    </dgm:pt>
  </dgm:ptLst>
  <dgm:cxnLst>
    <dgm:cxn modelId="{45159917-4C05-4D7D-92FD-73D8B543EA87}" srcId="{66358E1D-8712-4CDE-9333-94AD1177606F}" destId="{47FA3C43-D0D3-452C-82E5-396077FB8864}" srcOrd="1" destOrd="0" parTransId="{9ACF9802-FDB1-4EBB-BBE4-825DF8A00DCF}" sibTransId="{1EA8F968-19B1-496D-A14C-8BE486CC01C7}"/>
    <dgm:cxn modelId="{D5385719-4216-41CA-9BFA-467466576822}" type="presOf" srcId="{36921DCE-6DA3-4D21-B503-6CB565F91443}" destId="{5F4AA527-2073-4C78-BE99-08DBF8F5CBA9}" srcOrd="0" destOrd="2" presId="urn:microsoft.com/office/officeart/2005/8/layout/hList3"/>
    <dgm:cxn modelId="{A755701C-061F-4305-A374-D9C244B814E9}" type="presOf" srcId="{B5F4E51D-EFBA-4583-AA0A-1B334287CF1A}" destId="{83235FD0-B7D3-48F5-9439-1D0BE7B856B7}" srcOrd="0" destOrd="0" presId="urn:microsoft.com/office/officeart/2005/8/layout/hList3"/>
    <dgm:cxn modelId="{EF822125-F142-4832-8561-83CFACC14DD1}" type="presOf" srcId="{47FA3C43-D0D3-452C-82E5-396077FB8864}" destId="{5F4AA527-2073-4C78-BE99-08DBF8F5CBA9}" srcOrd="0" destOrd="0" presId="urn:microsoft.com/office/officeart/2005/8/layout/hList3"/>
    <dgm:cxn modelId="{AF65C134-03BC-4349-B787-1B4CA32D802E}" type="presOf" srcId="{D8CAE620-BFC4-45CC-87BF-66C8A8734760}" destId="{83235FD0-B7D3-48F5-9439-1D0BE7B856B7}" srcOrd="0" destOrd="2" presId="urn:microsoft.com/office/officeart/2005/8/layout/hList3"/>
    <dgm:cxn modelId="{5499C534-C20D-47DE-9182-C9B6D3025CD2}" type="presOf" srcId="{66358E1D-8712-4CDE-9333-94AD1177606F}" destId="{9B0856C1-85E3-4A26-9E48-1F6B2977AFB7}" srcOrd="0" destOrd="0" presId="urn:microsoft.com/office/officeart/2005/8/layout/hList3"/>
    <dgm:cxn modelId="{96FA6637-9CCE-4128-BA7B-06C969EF3642}" srcId="{66358E1D-8712-4CDE-9333-94AD1177606F}" destId="{B5F4E51D-EFBA-4583-AA0A-1B334287CF1A}" srcOrd="0" destOrd="0" parTransId="{B14275CE-E117-41E8-B263-9E296E90402E}" sibTransId="{AF9163BF-D8B5-4EA3-A6FF-45FD387390E1}"/>
    <dgm:cxn modelId="{F9B3CB42-E585-42AB-9EE8-5544AD55387D}" srcId="{FE63C7E7-E5CE-488D-B001-94441DFDEBE1}" destId="{D8CAE620-BFC4-45CC-87BF-66C8A8734760}" srcOrd="0" destOrd="0" parTransId="{EA8C477E-8F60-48B2-B4D9-06B382EDE7FB}" sibTransId="{7ECA807E-52AB-4D94-A90D-D179B7B3C811}"/>
    <dgm:cxn modelId="{F7FBEC63-DA16-4B46-B568-4BB2DF360AE3}" type="presOf" srcId="{CD88E9E2-3E0E-48CD-8DBB-CDF5A80258B3}" destId="{83235FD0-B7D3-48F5-9439-1D0BE7B856B7}" srcOrd="0" destOrd="3" presId="urn:microsoft.com/office/officeart/2005/8/layout/hList3"/>
    <dgm:cxn modelId="{A3D22A54-E6D9-48F1-874B-BF6B80B5C309}" type="presOf" srcId="{3CD8E229-45F0-470B-9818-74AC936F1789}" destId="{7BAB9FC1-CD2D-462A-A37D-0386ABDCFD42}" srcOrd="0" destOrd="0" presId="urn:microsoft.com/office/officeart/2005/8/layout/hList3"/>
    <dgm:cxn modelId="{549F8580-401F-4A30-8719-A7FE0476E306}" srcId="{3CD8E229-45F0-470B-9818-74AC936F1789}" destId="{66358E1D-8712-4CDE-9333-94AD1177606F}" srcOrd="0" destOrd="0" parTransId="{32CDB4FB-40A7-4A0B-B2A9-AF29BC0EBC74}" sibTransId="{EE41F941-BCBE-474B-A466-01B9D6118538}"/>
    <dgm:cxn modelId="{4298D381-B47B-4BA9-B976-29CFAA4A392D}" srcId="{47FA3C43-D0D3-452C-82E5-396077FB8864}" destId="{A233F179-C62E-439A-84AA-9F4ABC1A8E28}" srcOrd="0" destOrd="0" parTransId="{96E1A6A7-E80B-42B5-921C-8BDFF3DB0A04}" sibTransId="{4966C8C1-2D7D-44A0-8A18-5EDF798D6D81}"/>
    <dgm:cxn modelId="{7D2C2382-4073-4CED-9128-3FF8BF92CB12}" type="presOf" srcId="{5A5831BC-E7C5-48E4-B450-684094EEA866}" destId="{5F4AA527-2073-4C78-BE99-08DBF8F5CBA9}" srcOrd="0" destOrd="3" presId="urn:microsoft.com/office/officeart/2005/8/layout/hList3"/>
    <dgm:cxn modelId="{A985EA83-50B1-4497-9179-E3954B6CCB51}" srcId="{A233F179-C62E-439A-84AA-9F4ABC1A8E28}" destId="{5A5831BC-E7C5-48E4-B450-684094EEA866}" srcOrd="1" destOrd="0" parTransId="{58741921-988F-4C0F-8EC9-C4ABDBE318B3}" sibTransId="{7699BA46-5A28-486C-868D-7439D4D02972}"/>
    <dgm:cxn modelId="{B70213B8-DA58-4C21-B36A-162082763BA3}" srcId="{B5F4E51D-EFBA-4583-AA0A-1B334287CF1A}" destId="{FE63C7E7-E5CE-488D-B001-94441DFDEBE1}" srcOrd="0" destOrd="0" parTransId="{C27A71AD-7B0D-46FF-9C9D-8B5324F8AD06}" sibTransId="{81B7D58E-1FC5-4E15-81CC-14F6ACAAC7A7}"/>
    <dgm:cxn modelId="{0DC313CA-7751-4BB0-9A83-465BB00BEA28}" type="presOf" srcId="{A233F179-C62E-439A-84AA-9F4ABC1A8E28}" destId="{5F4AA527-2073-4C78-BE99-08DBF8F5CBA9}" srcOrd="0" destOrd="1" presId="urn:microsoft.com/office/officeart/2005/8/layout/hList3"/>
    <dgm:cxn modelId="{6807DBD7-3EA8-4BFE-B03D-D59541816CBD}" srcId="{A233F179-C62E-439A-84AA-9F4ABC1A8E28}" destId="{36921DCE-6DA3-4D21-B503-6CB565F91443}" srcOrd="0" destOrd="0" parTransId="{A459B96F-6A1A-4424-A199-3C842C9478AF}" sibTransId="{3A8AF524-81A1-47E6-9C7A-290FE619963E}"/>
    <dgm:cxn modelId="{729B46E1-E664-4930-95FC-E0CE0FB212E8}" srcId="{B5F4E51D-EFBA-4583-AA0A-1B334287CF1A}" destId="{CD88E9E2-3E0E-48CD-8DBB-CDF5A80258B3}" srcOrd="1" destOrd="0" parTransId="{AE25943C-59EB-4ECB-A78D-95320B0E6DE9}" sibTransId="{69E8516E-BB34-4BF7-91F8-E56343E11E35}"/>
    <dgm:cxn modelId="{089098EF-23DC-433A-85D1-1F97559FCCEF}" type="presOf" srcId="{FE63C7E7-E5CE-488D-B001-94441DFDEBE1}" destId="{83235FD0-B7D3-48F5-9439-1D0BE7B856B7}" srcOrd="0" destOrd="1" presId="urn:microsoft.com/office/officeart/2005/8/layout/hList3"/>
    <dgm:cxn modelId="{E04993D8-15AD-472B-A098-A4B699A61E00}" type="presParOf" srcId="{7BAB9FC1-CD2D-462A-A37D-0386ABDCFD42}" destId="{9B0856C1-85E3-4A26-9E48-1F6B2977AFB7}" srcOrd="0" destOrd="0" presId="urn:microsoft.com/office/officeart/2005/8/layout/hList3"/>
    <dgm:cxn modelId="{F710DA95-7869-4915-9668-84D2016BC2CB}" type="presParOf" srcId="{7BAB9FC1-CD2D-462A-A37D-0386ABDCFD42}" destId="{CC1B9948-808E-422E-A3C2-98CA112976A1}" srcOrd="1" destOrd="0" presId="urn:microsoft.com/office/officeart/2005/8/layout/hList3"/>
    <dgm:cxn modelId="{A5696AAF-F9A2-4F14-A37D-F72B65458495}" type="presParOf" srcId="{CC1B9948-808E-422E-A3C2-98CA112976A1}" destId="{83235FD0-B7D3-48F5-9439-1D0BE7B856B7}" srcOrd="0" destOrd="0" presId="urn:microsoft.com/office/officeart/2005/8/layout/hList3"/>
    <dgm:cxn modelId="{655CDDEE-0453-4413-A1B2-6CEA92A920B0}" type="presParOf" srcId="{CC1B9948-808E-422E-A3C2-98CA112976A1}" destId="{5F4AA527-2073-4C78-BE99-08DBF8F5CBA9}" srcOrd="1" destOrd="0" presId="urn:microsoft.com/office/officeart/2005/8/layout/hList3"/>
    <dgm:cxn modelId="{7DF2133B-921E-4233-B2AA-97D2213088FB}" type="presParOf" srcId="{7BAB9FC1-CD2D-462A-A37D-0386ABDCFD42}" destId="{A2066938-EB31-434B-96E3-C914B94D5D52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121809C-3699-45F2-8FAC-83FBA8AAE577}" type="doc">
      <dgm:prSet loTypeId="urn:microsoft.com/office/officeart/2005/8/layout/process2" loCatId="process" qsTypeId="urn:microsoft.com/office/officeart/2005/8/quickstyle/simple1" qsCatId="simple" csTypeId="urn:microsoft.com/office/officeart/2005/8/colors/accent1_1" csCatId="accent1" phldr="1"/>
      <dgm:spPr/>
    </dgm:pt>
    <dgm:pt modelId="{CEC4A1F3-45D3-46BE-AC26-6B7C4DD0431E}">
      <dgm:prSet phldrT="[텍스트]" phldr="0"/>
      <dgm:spPr/>
      <dgm:t>
        <a:bodyPr/>
        <a:lstStyle/>
        <a:p>
          <a:pPr rtl="0" latinLnBrk="1"/>
          <a:r>
            <a:rPr lang="ko-KR" altLang="en-US" dirty="0" err="1">
              <a:latin typeface="맑은 고딕" panose="020F0302020204030204"/>
            </a:rPr>
            <a:t>Unreal</a:t>
          </a:r>
          <a:r>
            <a:rPr lang="ko-KR" altLang="en-US" dirty="0">
              <a:latin typeface="맑은 고딕" panose="020F0302020204030204"/>
            </a:rPr>
            <a:t> </a:t>
          </a:r>
          <a:r>
            <a:rPr lang="ko-KR" altLang="en-US" dirty="0" err="1">
              <a:latin typeface="맑은 고딕" panose="020F0302020204030204"/>
            </a:rPr>
            <a:t>Engine</a:t>
          </a:r>
          <a:br>
            <a:rPr lang="ko-KR" altLang="en-US" dirty="0">
              <a:latin typeface="맑은 고딕" panose="020F0302020204030204"/>
            </a:rPr>
          </a:br>
          <a:r>
            <a:rPr lang="ko-KR" altLang="en-US" dirty="0">
              <a:latin typeface="맑은 고딕" panose="020F0302020204030204"/>
            </a:rPr>
            <a:t>Reflection System</a:t>
          </a:r>
          <a:endParaRPr lang="ko-KR" altLang="en-US" dirty="0"/>
        </a:p>
      </dgm:t>
    </dgm:pt>
    <dgm:pt modelId="{117980F3-00A7-4F5C-AA9C-80B4212DE821}" type="parTrans" cxnId="{189915C9-CD2B-47BA-BE95-8419E62106F3}">
      <dgm:prSet/>
      <dgm:spPr/>
    </dgm:pt>
    <dgm:pt modelId="{C91D10C2-A2BF-45BB-A2A1-367128331486}" type="sibTrans" cxnId="{189915C9-CD2B-47BA-BE95-8419E62106F3}">
      <dgm:prSet/>
      <dgm:spPr/>
      <dgm:t>
        <a:bodyPr/>
        <a:lstStyle/>
        <a:p>
          <a:pPr latinLnBrk="1"/>
          <a:endParaRPr lang="ko-KR" altLang="en-US"/>
        </a:p>
      </dgm:t>
    </dgm:pt>
    <dgm:pt modelId="{152E81DF-0420-45D2-807C-EAD76A24D217}">
      <dgm:prSet phldrT="[텍스트]" phldr="0"/>
      <dgm:spPr/>
      <dgm:t>
        <a:bodyPr/>
        <a:lstStyle/>
        <a:p>
          <a:pPr latinLnBrk="1"/>
          <a:r>
            <a:rPr lang="ko-KR" altLang="en-US" dirty="0" err="1">
              <a:latin typeface="맑은 고딕" panose="020F0302020204030204"/>
            </a:rPr>
            <a:t>UObject</a:t>
          </a:r>
          <a:endParaRPr lang="ko-KR" altLang="en-US" dirty="0"/>
        </a:p>
      </dgm:t>
    </dgm:pt>
    <dgm:pt modelId="{1E87597B-5D6A-45ED-A658-33ED55537D28}" type="parTrans" cxnId="{434D1608-8458-4A36-AD76-B65C727374AB}">
      <dgm:prSet/>
      <dgm:spPr/>
    </dgm:pt>
    <dgm:pt modelId="{E6338F6D-61A8-4500-9FCB-18FC4291A5A1}" type="sibTrans" cxnId="{434D1608-8458-4A36-AD76-B65C727374AB}">
      <dgm:prSet/>
      <dgm:spPr/>
      <dgm:t>
        <a:bodyPr/>
        <a:lstStyle/>
        <a:p>
          <a:pPr latinLnBrk="1"/>
          <a:endParaRPr lang="ko-KR" altLang="en-US"/>
        </a:p>
      </dgm:t>
    </dgm:pt>
    <dgm:pt modelId="{BFC4ABEA-96D1-4A46-A157-A36528BD8E33}" type="pres">
      <dgm:prSet presAssocID="{4121809C-3699-45F2-8FAC-83FBA8AAE577}" presName="linearFlow" presStyleCnt="0">
        <dgm:presLayoutVars>
          <dgm:resizeHandles val="exact"/>
        </dgm:presLayoutVars>
      </dgm:prSet>
      <dgm:spPr/>
    </dgm:pt>
    <dgm:pt modelId="{5DDA806B-F68B-40BA-9AB6-174FB3863BA1}" type="pres">
      <dgm:prSet presAssocID="{CEC4A1F3-45D3-46BE-AC26-6B7C4DD0431E}" presName="node" presStyleLbl="node1" presStyleIdx="0" presStyleCnt="2">
        <dgm:presLayoutVars>
          <dgm:bulletEnabled val="1"/>
        </dgm:presLayoutVars>
      </dgm:prSet>
      <dgm:spPr/>
    </dgm:pt>
    <dgm:pt modelId="{CBF8DB1B-63C0-463C-9D1A-67E19C06FC1C}" type="pres">
      <dgm:prSet presAssocID="{C91D10C2-A2BF-45BB-A2A1-367128331486}" presName="sibTrans" presStyleLbl="sibTrans2D1" presStyleIdx="0" presStyleCnt="1"/>
      <dgm:spPr/>
    </dgm:pt>
    <dgm:pt modelId="{E47EFB7F-511A-4226-8320-FDA9EE4F3F10}" type="pres">
      <dgm:prSet presAssocID="{C91D10C2-A2BF-45BB-A2A1-367128331486}" presName="connectorText" presStyleLbl="sibTrans2D1" presStyleIdx="0" presStyleCnt="1"/>
      <dgm:spPr/>
    </dgm:pt>
    <dgm:pt modelId="{EFB54736-592A-4AF8-BCD6-ABBBCCCA99F0}" type="pres">
      <dgm:prSet presAssocID="{152E81DF-0420-45D2-807C-EAD76A24D217}" presName="node" presStyleLbl="node1" presStyleIdx="1" presStyleCnt="2">
        <dgm:presLayoutVars>
          <dgm:bulletEnabled val="1"/>
        </dgm:presLayoutVars>
      </dgm:prSet>
      <dgm:spPr/>
    </dgm:pt>
  </dgm:ptLst>
  <dgm:cxnLst>
    <dgm:cxn modelId="{434D1608-8458-4A36-AD76-B65C727374AB}" srcId="{4121809C-3699-45F2-8FAC-83FBA8AAE577}" destId="{152E81DF-0420-45D2-807C-EAD76A24D217}" srcOrd="1" destOrd="0" parTransId="{1E87597B-5D6A-45ED-A658-33ED55537D28}" sibTransId="{E6338F6D-61A8-4500-9FCB-18FC4291A5A1}"/>
    <dgm:cxn modelId="{B8DEFB0E-CB01-4847-9274-DFA12D72F9E9}" type="presOf" srcId="{C91D10C2-A2BF-45BB-A2A1-367128331486}" destId="{E47EFB7F-511A-4226-8320-FDA9EE4F3F10}" srcOrd="1" destOrd="0" presId="urn:microsoft.com/office/officeart/2005/8/layout/process2"/>
    <dgm:cxn modelId="{E9A3B23C-049B-4BA1-AAF8-48FD447845F0}" type="presOf" srcId="{C91D10C2-A2BF-45BB-A2A1-367128331486}" destId="{CBF8DB1B-63C0-463C-9D1A-67E19C06FC1C}" srcOrd="0" destOrd="0" presId="urn:microsoft.com/office/officeart/2005/8/layout/process2"/>
    <dgm:cxn modelId="{F2784040-2A1B-4B93-8143-B6474FC93878}" type="presOf" srcId="{152E81DF-0420-45D2-807C-EAD76A24D217}" destId="{EFB54736-592A-4AF8-BCD6-ABBBCCCA99F0}" srcOrd="0" destOrd="0" presId="urn:microsoft.com/office/officeart/2005/8/layout/process2"/>
    <dgm:cxn modelId="{CA8AC660-7E14-4AAB-B624-4EBD53388692}" type="presOf" srcId="{CEC4A1F3-45D3-46BE-AC26-6B7C4DD0431E}" destId="{5DDA806B-F68B-40BA-9AB6-174FB3863BA1}" srcOrd="0" destOrd="0" presId="urn:microsoft.com/office/officeart/2005/8/layout/process2"/>
    <dgm:cxn modelId="{D0A82242-51DA-47B6-8BC2-E3D39AE740DF}" type="presOf" srcId="{4121809C-3699-45F2-8FAC-83FBA8AAE577}" destId="{BFC4ABEA-96D1-4A46-A157-A36528BD8E33}" srcOrd="0" destOrd="0" presId="urn:microsoft.com/office/officeart/2005/8/layout/process2"/>
    <dgm:cxn modelId="{189915C9-CD2B-47BA-BE95-8419E62106F3}" srcId="{4121809C-3699-45F2-8FAC-83FBA8AAE577}" destId="{CEC4A1F3-45D3-46BE-AC26-6B7C4DD0431E}" srcOrd="0" destOrd="0" parTransId="{117980F3-00A7-4F5C-AA9C-80B4212DE821}" sibTransId="{C91D10C2-A2BF-45BB-A2A1-367128331486}"/>
    <dgm:cxn modelId="{64C296BC-DCEB-4384-8875-7ACE5B4A7802}" type="presParOf" srcId="{BFC4ABEA-96D1-4A46-A157-A36528BD8E33}" destId="{5DDA806B-F68B-40BA-9AB6-174FB3863BA1}" srcOrd="0" destOrd="0" presId="urn:microsoft.com/office/officeart/2005/8/layout/process2"/>
    <dgm:cxn modelId="{329E23D1-36DB-449E-B16C-2613C8BDB2C5}" type="presParOf" srcId="{BFC4ABEA-96D1-4A46-A157-A36528BD8E33}" destId="{CBF8DB1B-63C0-463C-9D1A-67E19C06FC1C}" srcOrd="1" destOrd="0" presId="urn:microsoft.com/office/officeart/2005/8/layout/process2"/>
    <dgm:cxn modelId="{2524BB5D-A30A-48FF-B653-CF3E50365CEC}" type="presParOf" srcId="{CBF8DB1B-63C0-463C-9D1A-67E19C06FC1C}" destId="{E47EFB7F-511A-4226-8320-FDA9EE4F3F10}" srcOrd="0" destOrd="0" presId="urn:microsoft.com/office/officeart/2005/8/layout/process2"/>
    <dgm:cxn modelId="{5D5FAEF2-201B-4562-8B00-6BD049FEE80E}" type="presParOf" srcId="{BFC4ABEA-96D1-4A46-A157-A36528BD8E33}" destId="{EFB54736-592A-4AF8-BCD6-ABBBCCCA99F0}" srcOrd="2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E4CBA04-E92A-4B89-8104-2537AAABA012}" type="doc">
      <dgm:prSet loTypeId="urn:microsoft.com/office/officeart/2005/8/layout/process2" loCatId="process" qsTypeId="urn:microsoft.com/office/officeart/2005/8/quickstyle/simple1" qsCatId="simple" csTypeId="urn:microsoft.com/office/officeart/2005/8/colors/accent1_1" csCatId="accent1" phldr="1"/>
      <dgm:spPr/>
    </dgm:pt>
    <dgm:pt modelId="{0A2AB642-BDFB-433C-8A6F-3FA6DAF5B55C}">
      <dgm:prSet phldrT="[텍스트]" phldr="0"/>
      <dgm:spPr/>
      <dgm:t>
        <a:bodyPr/>
        <a:lstStyle/>
        <a:p>
          <a:pPr rtl="0" latinLnBrk="1"/>
          <a:r>
            <a:rPr lang="ko-KR" altLang="en-US" dirty="0">
              <a:latin typeface="맑은 고딕" panose="020F0302020204030204"/>
            </a:rPr>
            <a:t>World </a:t>
          </a:r>
          <a:endParaRPr lang="ko-KR" altLang="en-US" dirty="0"/>
        </a:p>
      </dgm:t>
    </dgm:pt>
    <dgm:pt modelId="{4ECA5134-C7EE-4081-ADC3-A705EFD27B37}" type="parTrans" cxnId="{B1AA82FC-3186-4341-BE9B-96980E56C126}">
      <dgm:prSet/>
      <dgm:spPr/>
    </dgm:pt>
    <dgm:pt modelId="{241D011B-4C5C-4698-9F50-E95F2E6FEB10}" type="sibTrans" cxnId="{B1AA82FC-3186-4341-BE9B-96980E56C126}">
      <dgm:prSet/>
      <dgm:spPr/>
      <dgm:t>
        <a:bodyPr/>
        <a:lstStyle/>
        <a:p>
          <a:pPr latinLnBrk="1"/>
          <a:endParaRPr lang="ko-KR" altLang="en-US"/>
        </a:p>
      </dgm:t>
    </dgm:pt>
    <dgm:pt modelId="{EC4BAB2E-927D-4A11-8B52-2F6DD5C16A2E}">
      <dgm:prSet phldrT="[텍스트]" phldr="0"/>
      <dgm:spPr/>
      <dgm:t>
        <a:bodyPr/>
        <a:lstStyle/>
        <a:p>
          <a:pPr latinLnBrk="1"/>
          <a:r>
            <a:rPr lang="ko-KR" altLang="en-US" dirty="0" err="1">
              <a:latin typeface="맑은 고딕" panose="020F0302020204030204"/>
            </a:rPr>
            <a:t>Actor</a:t>
          </a:r>
          <a:endParaRPr lang="ko-KR" altLang="en-US" dirty="0" err="1"/>
        </a:p>
      </dgm:t>
    </dgm:pt>
    <dgm:pt modelId="{A8152A61-792B-4D65-9BF0-4226721E899C}" type="parTrans" cxnId="{EF527FD4-0566-45F5-AA72-6EFD121CA817}">
      <dgm:prSet/>
      <dgm:spPr/>
    </dgm:pt>
    <dgm:pt modelId="{3F9B6FB0-FF74-4A03-BBC1-F965D174235F}" type="sibTrans" cxnId="{EF527FD4-0566-45F5-AA72-6EFD121CA817}">
      <dgm:prSet/>
      <dgm:spPr/>
      <dgm:t>
        <a:bodyPr/>
        <a:lstStyle/>
        <a:p>
          <a:pPr latinLnBrk="1"/>
          <a:endParaRPr lang="ko-KR" altLang="en-US"/>
        </a:p>
      </dgm:t>
    </dgm:pt>
    <dgm:pt modelId="{3B9956C5-EA98-47C2-BA11-A9252A41252C}">
      <dgm:prSet phldrT="[텍스트]" phldr="0"/>
      <dgm:spPr/>
      <dgm:t>
        <a:bodyPr/>
        <a:lstStyle/>
        <a:p>
          <a:pPr latinLnBrk="1"/>
          <a:r>
            <a:rPr lang="ko-KR" altLang="en-US" dirty="0" err="1">
              <a:latin typeface="맑은 고딕" panose="020F0302020204030204"/>
            </a:rPr>
            <a:t>Component</a:t>
          </a:r>
          <a:endParaRPr lang="ko-KR" altLang="en-US" dirty="0" err="1"/>
        </a:p>
      </dgm:t>
    </dgm:pt>
    <dgm:pt modelId="{C89DCB73-DAE9-4594-AF36-68DBD59B7592}" type="parTrans" cxnId="{3E9C3C85-29D1-4BB6-BC90-76E963C18D24}">
      <dgm:prSet/>
      <dgm:spPr/>
    </dgm:pt>
    <dgm:pt modelId="{3048EEBD-31AA-4012-856A-D6E2C4BA7CE0}" type="sibTrans" cxnId="{3E9C3C85-29D1-4BB6-BC90-76E963C18D24}">
      <dgm:prSet/>
      <dgm:spPr/>
    </dgm:pt>
    <dgm:pt modelId="{A9FAD5CE-ED3B-46A3-B129-C912716B3E8C}" type="pres">
      <dgm:prSet presAssocID="{4E4CBA04-E92A-4B89-8104-2537AAABA012}" presName="linearFlow" presStyleCnt="0">
        <dgm:presLayoutVars>
          <dgm:resizeHandles val="exact"/>
        </dgm:presLayoutVars>
      </dgm:prSet>
      <dgm:spPr/>
    </dgm:pt>
    <dgm:pt modelId="{0EC46BEB-7284-402D-84AB-0CCCA5E2A05D}" type="pres">
      <dgm:prSet presAssocID="{0A2AB642-BDFB-433C-8A6F-3FA6DAF5B55C}" presName="node" presStyleLbl="node1" presStyleIdx="0" presStyleCnt="3">
        <dgm:presLayoutVars>
          <dgm:bulletEnabled val="1"/>
        </dgm:presLayoutVars>
      </dgm:prSet>
      <dgm:spPr/>
    </dgm:pt>
    <dgm:pt modelId="{5807E4EF-9450-40DC-9AEA-302AF62F0947}" type="pres">
      <dgm:prSet presAssocID="{241D011B-4C5C-4698-9F50-E95F2E6FEB10}" presName="sibTrans" presStyleLbl="sibTrans2D1" presStyleIdx="0" presStyleCnt="2"/>
      <dgm:spPr/>
    </dgm:pt>
    <dgm:pt modelId="{428A92F5-12B2-4925-9DAB-86AFF3200144}" type="pres">
      <dgm:prSet presAssocID="{241D011B-4C5C-4698-9F50-E95F2E6FEB10}" presName="connectorText" presStyleLbl="sibTrans2D1" presStyleIdx="0" presStyleCnt="2"/>
      <dgm:spPr/>
    </dgm:pt>
    <dgm:pt modelId="{0726B25C-23E4-4A1A-BCEB-9B4206FC7E60}" type="pres">
      <dgm:prSet presAssocID="{EC4BAB2E-927D-4A11-8B52-2F6DD5C16A2E}" presName="node" presStyleLbl="node1" presStyleIdx="1" presStyleCnt="3">
        <dgm:presLayoutVars>
          <dgm:bulletEnabled val="1"/>
        </dgm:presLayoutVars>
      </dgm:prSet>
      <dgm:spPr/>
    </dgm:pt>
    <dgm:pt modelId="{774AA62F-BFC7-44D2-AAE4-E9D1C70CFFEA}" type="pres">
      <dgm:prSet presAssocID="{3F9B6FB0-FF74-4A03-BBC1-F965D174235F}" presName="sibTrans" presStyleLbl="sibTrans2D1" presStyleIdx="1" presStyleCnt="2"/>
      <dgm:spPr/>
    </dgm:pt>
    <dgm:pt modelId="{7AF55429-7EFC-47F4-B211-04F0935B58CD}" type="pres">
      <dgm:prSet presAssocID="{3F9B6FB0-FF74-4A03-BBC1-F965D174235F}" presName="connectorText" presStyleLbl="sibTrans2D1" presStyleIdx="1" presStyleCnt="2"/>
      <dgm:spPr/>
    </dgm:pt>
    <dgm:pt modelId="{096F4D3F-722C-4DA7-AD2E-BE0F489D0336}" type="pres">
      <dgm:prSet presAssocID="{3B9956C5-EA98-47C2-BA11-A9252A41252C}" presName="node" presStyleLbl="node1" presStyleIdx="2" presStyleCnt="3">
        <dgm:presLayoutVars>
          <dgm:bulletEnabled val="1"/>
        </dgm:presLayoutVars>
      </dgm:prSet>
      <dgm:spPr/>
    </dgm:pt>
  </dgm:ptLst>
  <dgm:cxnLst>
    <dgm:cxn modelId="{E2273909-9A85-4541-96CA-23A69A01C1A9}" type="presOf" srcId="{3B9956C5-EA98-47C2-BA11-A9252A41252C}" destId="{096F4D3F-722C-4DA7-AD2E-BE0F489D0336}" srcOrd="0" destOrd="0" presId="urn:microsoft.com/office/officeart/2005/8/layout/process2"/>
    <dgm:cxn modelId="{9B458A21-5EF9-4995-B55C-AF86E6DC0ED7}" type="presOf" srcId="{241D011B-4C5C-4698-9F50-E95F2E6FEB10}" destId="{428A92F5-12B2-4925-9DAB-86AFF3200144}" srcOrd="1" destOrd="0" presId="urn:microsoft.com/office/officeart/2005/8/layout/process2"/>
    <dgm:cxn modelId="{97B4E730-9B76-4E07-97BF-FB5078B85358}" type="presOf" srcId="{3F9B6FB0-FF74-4A03-BBC1-F965D174235F}" destId="{7AF55429-7EFC-47F4-B211-04F0935B58CD}" srcOrd="1" destOrd="0" presId="urn:microsoft.com/office/officeart/2005/8/layout/process2"/>
    <dgm:cxn modelId="{BC74CF53-A39F-4EFC-B7A0-A6EE6BA862D3}" type="presOf" srcId="{4E4CBA04-E92A-4B89-8104-2537AAABA012}" destId="{A9FAD5CE-ED3B-46A3-B129-C912716B3E8C}" srcOrd="0" destOrd="0" presId="urn:microsoft.com/office/officeart/2005/8/layout/process2"/>
    <dgm:cxn modelId="{8DDF4F76-F616-46D5-98C8-E3DAF91D4980}" type="presOf" srcId="{EC4BAB2E-927D-4A11-8B52-2F6DD5C16A2E}" destId="{0726B25C-23E4-4A1A-BCEB-9B4206FC7E60}" srcOrd="0" destOrd="0" presId="urn:microsoft.com/office/officeart/2005/8/layout/process2"/>
    <dgm:cxn modelId="{BEE82C85-78C0-46E9-A7E6-D23CFDB746B1}" type="presOf" srcId="{3F9B6FB0-FF74-4A03-BBC1-F965D174235F}" destId="{774AA62F-BFC7-44D2-AAE4-E9D1C70CFFEA}" srcOrd="0" destOrd="0" presId="urn:microsoft.com/office/officeart/2005/8/layout/process2"/>
    <dgm:cxn modelId="{3E9C3C85-29D1-4BB6-BC90-76E963C18D24}" srcId="{4E4CBA04-E92A-4B89-8104-2537AAABA012}" destId="{3B9956C5-EA98-47C2-BA11-A9252A41252C}" srcOrd="2" destOrd="0" parTransId="{C89DCB73-DAE9-4594-AF36-68DBD59B7592}" sibTransId="{3048EEBD-31AA-4012-856A-D6E2C4BA7CE0}"/>
    <dgm:cxn modelId="{EF527FD4-0566-45F5-AA72-6EFD121CA817}" srcId="{4E4CBA04-E92A-4B89-8104-2537AAABA012}" destId="{EC4BAB2E-927D-4A11-8B52-2F6DD5C16A2E}" srcOrd="1" destOrd="0" parTransId="{A8152A61-792B-4D65-9BF0-4226721E899C}" sibTransId="{3F9B6FB0-FF74-4A03-BBC1-F965D174235F}"/>
    <dgm:cxn modelId="{DCC862F7-A037-4D87-A1F9-0EEF7005F69E}" type="presOf" srcId="{241D011B-4C5C-4698-9F50-E95F2E6FEB10}" destId="{5807E4EF-9450-40DC-9AEA-302AF62F0947}" srcOrd="0" destOrd="0" presId="urn:microsoft.com/office/officeart/2005/8/layout/process2"/>
    <dgm:cxn modelId="{8C10C8F9-817C-4183-AE15-434CA7441ABF}" type="presOf" srcId="{0A2AB642-BDFB-433C-8A6F-3FA6DAF5B55C}" destId="{0EC46BEB-7284-402D-84AB-0CCCA5E2A05D}" srcOrd="0" destOrd="0" presId="urn:microsoft.com/office/officeart/2005/8/layout/process2"/>
    <dgm:cxn modelId="{B1AA82FC-3186-4341-BE9B-96980E56C126}" srcId="{4E4CBA04-E92A-4B89-8104-2537AAABA012}" destId="{0A2AB642-BDFB-433C-8A6F-3FA6DAF5B55C}" srcOrd="0" destOrd="0" parTransId="{4ECA5134-C7EE-4081-ADC3-A705EFD27B37}" sibTransId="{241D011B-4C5C-4698-9F50-E95F2E6FEB10}"/>
    <dgm:cxn modelId="{9489408D-6635-4042-B3A5-365B10280D3D}" type="presParOf" srcId="{A9FAD5CE-ED3B-46A3-B129-C912716B3E8C}" destId="{0EC46BEB-7284-402D-84AB-0CCCA5E2A05D}" srcOrd="0" destOrd="0" presId="urn:microsoft.com/office/officeart/2005/8/layout/process2"/>
    <dgm:cxn modelId="{5F340A11-AE8E-4B97-A9B3-B5310AECC2AA}" type="presParOf" srcId="{A9FAD5CE-ED3B-46A3-B129-C912716B3E8C}" destId="{5807E4EF-9450-40DC-9AEA-302AF62F0947}" srcOrd="1" destOrd="0" presId="urn:microsoft.com/office/officeart/2005/8/layout/process2"/>
    <dgm:cxn modelId="{D29D9AB6-55AA-4811-BEB3-3557BF403E9C}" type="presParOf" srcId="{5807E4EF-9450-40DC-9AEA-302AF62F0947}" destId="{428A92F5-12B2-4925-9DAB-86AFF3200144}" srcOrd="0" destOrd="0" presId="urn:microsoft.com/office/officeart/2005/8/layout/process2"/>
    <dgm:cxn modelId="{BA6AE2B1-8F18-4957-AD14-83DACDE793B0}" type="presParOf" srcId="{A9FAD5CE-ED3B-46A3-B129-C912716B3E8C}" destId="{0726B25C-23E4-4A1A-BCEB-9B4206FC7E60}" srcOrd="2" destOrd="0" presId="urn:microsoft.com/office/officeart/2005/8/layout/process2"/>
    <dgm:cxn modelId="{58121677-BAA7-4A95-94E0-41C5EB2C4F6A}" type="presParOf" srcId="{A9FAD5CE-ED3B-46A3-B129-C912716B3E8C}" destId="{774AA62F-BFC7-44D2-AAE4-E9D1C70CFFEA}" srcOrd="3" destOrd="0" presId="urn:microsoft.com/office/officeart/2005/8/layout/process2"/>
    <dgm:cxn modelId="{7FFE0CF3-BA3E-4F42-A974-7EFEC2A31458}" type="presParOf" srcId="{774AA62F-BFC7-44D2-AAE4-E9D1C70CFFEA}" destId="{7AF55429-7EFC-47F4-B211-04F0935B58CD}" srcOrd="0" destOrd="0" presId="urn:microsoft.com/office/officeart/2005/8/layout/process2"/>
    <dgm:cxn modelId="{48AAAD92-EC46-4790-BDBB-D20620AD65AD}" type="presParOf" srcId="{A9FAD5CE-ED3B-46A3-B129-C912716B3E8C}" destId="{096F4D3F-722C-4DA7-AD2E-BE0F489D0336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9D74E28-9893-4482-A388-073673B79F63}" type="doc">
      <dgm:prSet loTypeId="urn:microsoft.com/office/officeart/2005/8/layout/default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pPr latinLnBrk="1"/>
          <a:endParaRPr lang="ko-KR" altLang="en-US"/>
        </a:p>
      </dgm:t>
    </dgm:pt>
    <dgm:pt modelId="{20A5E221-EB49-4F63-BAFE-678A8810E77F}">
      <dgm:prSet phldrT="[텍스트]" phldr="0"/>
      <dgm:spPr/>
      <dgm:t>
        <a:bodyPr/>
        <a:lstStyle/>
        <a:p>
          <a:pPr latinLnBrk="1"/>
          <a:r>
            <a:rPr lang="ko-KR" altLang="en-US" dirty="0" err="1">
              <a:latin typeface="맑은 고딕" panose="020F0302020204030204"/>
            </a:rPr>
            <a:t>A</a:t>
          </a:r>
          <a:endParaRPr lang="ko-KR" altLang="en-US" dirty="0" err="1"/>
        </a:p>
      </dgm:t>
    </dgm:pt>
    <dgm:pt modelId="{FB3B4284-6B70-44E9-92C0-5BA1B797EBD7}" type="parTrans" cxnId="{7E8297AC-0293-4297-90F7-B24C36C53DBC}">
      <dgm:prSet/>
      <dgm:spPr/>
      <dgm:t>
        <a:bodyPr/>
        <a:lstStyle/>
        <a:p>
          <a:pPr latinLnBrk="1"/>
          <a:endParaRPr lang="ko-KR" altLang="en-US"/>
        </a:p>
      </dgm:t>
    </dgm:pt>
    <dgm:pt modelId="{2B72C3CE-F4BA-4E78-A39D-009F78FA6F01}" type="sibTrans" cxnId="{7E8297AC-0293-4297-90F7-B24C36C53DBC}">
      <dgm:prSet/>
      <dgm:spPr/>
      <dgm:t>
        <a:bodyPr/>
        <a:lstStyle/>
        <a:p>
          <a:pPr latinLnBrk="1"/>
          <a:endParaRPr lang="ko-KR" altLang="en-US"/>
        </a:p>
      </dgm:t>
    </dgm:pt>
    <dgm:pt modelId="{BF19A499-B4DB-470F-B292-C8A117A46E9F}">
      <dgm:prSet phldr="0"/>
      <dgm:spPr/>
      <dgm:t>
        <a:bodyPr/>
        <a:lstStyle/>
        <a:p>
          <a:pPr latinLnBrk="1"/>
          <a:r>
            <a:rPr lang="ko-KR" altLang="en-US" err="1">
              <a:latin typeface="맑은 고딕" panose="020F0302020204030204"/>
            </a:rPr>
            <a:t>B</a:t>
          </a:r>
          <a:endParaRPr lang="ko-KR" altLang="en-US" dirty="0" err="1">
            <a:latin typeface="맑은 고딕" panose="020F0302020204030204"/>
          </a:endParaRPr>
        </a:p>
      </dgm:t>
    </dgm:pt>
    <dgm:pt modelId="{AE79FEBE-8E04-4715-98D9-15C193973851}" type="parTrans" cxnId="{A57F6F89-F869-4A8E-B3C8-97F23FF39C33}">
      <dgm:prSet/>
      <dgm:spPr/>
    </dgm:pt>
    <dgm:pt modelId="{978E3EE6-B73B-4A2B-B41E-4674F821835D}" type="sibTrans" cxnId="{A57F6F89-F869-4A8E-B3C8-97F23FF39C33}">
      <dgm:prSet/>
      <dgm:spPr/>
    </dgm:pt>
    <dgm:pt modelId="{897756B6-CCD8-4DF9-86E7-707805FA1B68}">
      <dgm:prSet phldr="0"/>
      <dgm:spPr/>
      <dgm:t>
        <a:bodyPr/>
        <a:lstStyle/>
        <a:p>
          <a:pPr latinLnBrk="1"/>
          <a:r>
            <a:rPr lang="ko-KR" altLang="en-US" dirty="0">
              <a:latin typeface="맑은 고딕" panose="020F0302020204030204"/>
            </a:rPr>
            <a:t>C</a:t>
          </a:r>
        </a:p>
      </dgm:t>
    </dgm:pt>
    <dgm:pt modelId="{17F299CA-8F5D-462A-9450-A4D188C277B8}" type="parTrans" cxnId="{DA8A2D8B-964A-479C-B66F-7BE6762D7E24}">
      <dgm:prSet/>
      <dgm:spPr/>
    </dgm:pt>
    <dgm:pt modelId="{0031F2ED-C257-4627-956F-F407A6810ABF}" type="sibTrans" cxnId="{DA8A2D8B-964A-479C-B66F-7BE6762D7E24}">
      <dgm:prSet/>
      <dgm:spPr/>
    </dgm:pt>
    <dgm:pt modelId="{46ADA158-7E2E-4776-BCE2-D60E824D8051}" type="pres">
      <dgm:prSet presAssocID="{F9D74E28-9893-4482-A388-073673B79F63}" presName="diagram" presStyleCnt="0">
        <dgm:presLayoutVars>
          <dgm:dir/>
          <dgm:resizeHandles val="exact"/>
        </dgm:presLayoutVars>
      </dgm:prSet>
      <dgm:spPr/>
    </dgm:pt>
    <dgm:pt modelId="{7E3DC316-C5F0-4AD3-8396-B864ADA8F8EE}" type="pres">
      <dgm:prSet presAssocID="{20A5E221-EB49-4F63-BAFE-678A8810E77F}" presName="node" presStyleLbl="node1" presStyleIdx="0" presStyleCnt="3">
        <dgm:presLayoutVars>
          <dgm:bulletEnabled val="1"/>
        </dgm:presLayoutVars>
      </dgm:prSet>
      <dgm:spPr/>
    </dgm:pt>
    <dgm:pt modelId="{4CDCB039-5C8B-4FCD-960D-EE56D97F2842}" type="pres">
      <dgm:prSet presAssocID="{2B72C3CE-F4BA-4E78-A39D-009F78FA6F01}" presName="sibTrans" presStyleCnt="0"/>
      <dgm:spPr/>
    </dgm:pt>
    <dgm:pt modelId="{7377C1F7-E0A4-4BBB-A8D9-E8A3B38BFC1C}" type="pres">
      <dgm:prSet presAssocID="{BF19A499-B4DB-470F-B292-C8A117A46E9F}" presName="node" presStyleLbl="node1" presStyleIdx="1" presStyleCnt="3">
        <dgm:presLayoutVars>
          <dgm:bulletEnabled val="1"/>
        </dgm:presLayoutVars>
      </dgm:prSet>
      <dgm:spPr/>
    </dgm:pt>
    <dgm:pt modelId="{A1725010-0B85-41C8-8139-242AD43344F9}" type="pres">
      <dgm:prSet presAssocID="{978E3EE6-B73B-4A2B-B41E-4674F821835D}" presName="sibTrans" presStyleCnt="0"/>
      <dgm:spPr/>
    </dgm:pt>
    <dgm:pt modelId="{575091CB-BBA8-4990-A38A-BDD8EA1741EE}" type="pres">
      <dgm:prSet presAssocID="{897756B6-CCD8-4DF9-86E7-707805FA1B68}" presName="node" presStyleLbl="node1" presStyleIdx="2" presStyleCnt="3">
        <dgm:presLayoutVars>
          <dgm:bulletEnabled val="1"/>
        </dgm:presLayoutVars>
      </dgm:prSet>
      <dgm:spPr/>
    </dgm:pt>
  </dgm:ptLst>
  <dgm:cxnLst>
    <dgm:cxn modelId="{636AD04B-50DE-45D1-8348-37167DC69E01}" type="presOf" srcId="{20A5E221-EB49-4F63-BAFE-678A8810E77F}" destId="{7E3DC316-C5F0-4AD3-8396-B864ADA8F8EE}" srcOrd="0" destOrd="0" presId="urn:microsoft.com/office/officeart/2005/8/layout/default"/>
    <dgm:cxn modelId="{A57F6F89-F869-4A8E-B3C8-97F23FF39C33}" srcId="{F9D74E28-9893-4482-A388-073673B79F63}" destId="{BF19A499-B4DB-470F-B292-C8A117A46E9F}" srcOrd="1" destOrd="0" parTransId="{AE79FEBE-8E04-4715-98D9-15C193973851}" sibTransId="{978E3EE6-B73B-4A2B-B41E-4674F821835D}"/>
    <dgm:cxn modelId="{DA8A2D8B-964A-479C-B66F-7BE6762D7E24}" srcId="{F9D74E28-9893-4482-A388-073673B79F63}" destId="{897756B6-CCD8-4DF9-86E7-707805FA1B68}" srcOrd="2" destOrd="0" parTransId="{17F299CA-8F5D-462A-9450-A4D188C277B8}" sibTransId="{0031F2ED-C257-4627-956F-F407A6810ABF}"/>
    <dgm:cxn modelId="{7E8297AC-0293-4297-90F7-B24C36C53DBC}" srcId="{F9D74E28-9893-4482-A388-073673B79F63}" destId="{20A5E221-EB49-4F63-BAFE-678A8810E77F}" srcOrd="0" destOrd="0" parTransId="{FB3B4284-6B70-44E9-92C0-5BA1B797EBD7}" sibTransId="{2B72C3CE-F4BA-4E78-A39D-009F78FA6F01}"/>
    <dgm:cxn modelId="{C3B917C8-0BAA-4B72-B388-A8129A356EC4}" type="presOf" srcId="{BF19A499-B4DB-470F-B292-C8A117A46E9F}" destId="{7377C1F7-E0A4-4BBB-A8D9-E8A3B38BFC1C}" srcOrd="0" destOrd="0" presId="urn:microsoft.com/office/officeart/2005/8/layout/default"/>
    <dgm:cxn modelId="{82EB86CF-F313-4A6A-A77F-66BB60AC484F}" type="presOf" srcId="{897756B6-CCD8-4DF9-86E7-707805FA1B68}" destId="{575091CB-BBA8-4990-A38A-BDD8EA1741EE}" srcOrd="0" destOrd="0" presId="urn:microsoft.com/office/officeart/2005/8/layout/default"/>
    <dgm:cxn modelId="{32D3AED9-D281-4856-9F7D-3F8CB46D5E67}" type="presOf" srcId="{F9D74E28-9893-4482-A388-073673B79F63}" destId="{46ADA158-7E2E-4776-BCE2-D60E824D8051}" srcOrd="0" destOrd="0" presId="urn:microsoft.com/office/officeart/2005/8/layout/default"/>
    <dgm:cxn modelId="{9272829D-C268-4215-BFCB-66B13985A2D5}" type="presParOf" srcId="{46ADA158-7E2E-4776-BCE2-D60E824D8051}" destId="{7E3DC316-C5F0-4AD3-8396-B864ADA8F8EE}" srcOrd="0" destOrd="0" presId="urn:microsoft.com/office/officeart/2005/8/layout/default"/>
    <dgm:cxn modelId="{4298C477-AAF9-416E-AE35-F8C4C16AB69B}" type="presParOf" srcId="{46ADA158-7E2E-4776-BCE2-D60E824D8051}" destId="{4CDCB039-5C8B-4FCD-960D-EE56D97F2842}" srcOrd="1" destOrd="0" presId="urn:microsoft.com/office/officeart/2005/8/layout/default"/>
    <dgm:cxn modelId="{0BDE7E5D-569D-4F3D-9F00-048587A25C52}" type="presParOf" srcId="{46ADA158-7E2E-4776-BCE2-D60E824D8051}" destId="{7377C1F7-E0A4-4BBB-A8D9-E8A3B38BFC1C}" srcOrd="2" destOrd="0" presId="urn:microsoft.com/office/officeart/2005/8/layout/default"/>
    <dgm:cxn modelId="{601BBCA0-B793-4142-B594-880F68ABE7EA}" type="presParOf" srcId="{46ADA158-7E2E-4776-BCE2-D60E824D8051}" destId="{A1725010-0B85-41C8-8139-242AD43344F9}" srcOrd="3" destOrd="0" presId="urn:microsoft.com/office/officeart/2005/8/layout/default"/>
    <dgm:cxn modelId="{A99CBAE0-CF06-4E3C-A2C9-1B864C606D84}" type="presParOf" srcId="{46ADA158-7E2E-4776-BCE2-D60E824D8051}" destId="{575091CB-BBA8-4990-A38A-BDD8EA1741EE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9D74E28-9893-4482-A388-073673B79F63}" type="doc">
      <dgm:prSet loTypeId="urn:microsoft.com/office/officeart/2005/8/layout/default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pPr latinLnBrk="1"/>
          <a:endParaRPr lang="ko-KR" altLang="en-US"/>
        </a:p>
      </dgm:t>
    </dgm:pt>
    <dgm:pt modelId="{20A5E221-EB49-4F63-BAFE-678A8810E77F}">
      <dgm:prSet phldrT="[텍스트]" phldr="0"/>
      <dgm:spPr/>
      <dgm:t>
        <a:bodyPr/>
        <a:lstStyle/>
        <a:p>
          <a:pPr latinLnBrk="1"/>
          <a:r>
            <a:rPr lang="ko-KR" altLang="en-US" dirty="0">
              <a:latin typeface="맑은 고딕" panose="020F0302020204030204"/>
            </a:rPr>
            <a:t>C</a:t>
          </a:r>
          <a:endParaRPr lang="ko-KR" altLang="en-US" dirty="0"/>
        </a:p>
      </dgm:t>
    </dgm:pt>
    <dgm:pt modelId="{FB3B4284-6B70-44E9-92C0-5BA1B797EBD7}" type="parTrans" cxnId="{7E8297AC-0293-4297-90F7-B24C36C53DBC}">
      <dgm:prSet/>
      <dgm:spPr/>
      <dgm:t>
        <a:bodyPr/>
        <a:lstStyle/>
        <a:p>
          <a:pPr latinLnBrk="1"/>
          <a:endParaRPr lang="ko-KR" altLang="en-US"/>
        </a:p>
      </dgm:t>
    </dgm:pt>
    <dgm:pt modelId="{2B72C3CE-F4BA-4E78-A39D-009F78FA6F01}" type="sibTrans" cxnId="{7E8297AC-0293-4297-90F7-B24C36C53DBC}">
      <dgm:prSet/>
      <dgm:spPr/>
      <dgm:t>
        <a:bodyPr/>
        <a:lstStyle/>
        <a:p>
          <a:pPr latinLnBrk="1"/>
          <a:endParaRPr lang="ko-KR" altLang="en-US"/>
        </a:p>
      </dgm:t>
    </dgm:pt>
    <dgm:pt modelId="{BF19A499-B4DB-470F-B292-C8A117A46E9F}">
      <dgm:prSet phldr="0"/>
      <dgm:spPr/>
      <dgm:t>
        <a:bodyPr/>
        <a:lstStyle/>
        <a:p>
          <a:pPr latinLnBrk="1"/>
          <a:r>
            <a:rPr lang="ko-KR" altLang="en-US" dirty="0" err="1">
              <a:latin typeface="맑은 고딕" panose="020F0302020204030204"/>
            </a:rPr>
            <a:t>B</a:t>
          </a:r>
          <a:endParaRPr lang="ko-KR" altLang="en-US" dirty="0">
            <a:latin typeface="맑은 고딕" panose="020F0302020204030204"/>
          </a:endParaRPr>
        </a:p>
      </dgm:t>
    </dgm:pt>
    <dgm:pt modelId="{AE79FEBE-8E04-4715-98D9-15C193973851}" type="parTrans" cxnId="{A57F6F89-F869-4A8E-B3C8-97F23FF39C33}">
      <dgm:prSet/>
      <dgm:spPr/>
    </dgm:pt>
    <dgm:pt modelId="{978E3EE6-B73B-4A2B-B41E-4674F821835D}" type="sibTrans" cxnId="{A57F6F89-F869-4A8E-B3C8-97F23FF39C33}">
      <dgm:prSet/>
      <dgm:spPr/>
    </dgm:pt>
    <dgm:pt modelId="{40E71C96-E6EF-49B0-9081-26A76AD0FF18}">
      <dgm:prSet phldr="0"/>
      <dgm:spPr/>
      <dgm:t>
        <a:bodyPr/>
        <a:lstStyle/>
        <a:p>
          <a:pPr rtl="0" latinLnBrk="1"/>
          <a:endParaRPr lang="ko-KR" altLang="en-US" dirty="0">
            <a:latin typeface="맑은 고딕" panose="020F0302020204030204"/>
          </a:endParaRPr>
        </a:p>
      </dgm:t>
    </dgm:pt>
    <dgm:pt modelId="{D519374E-64F4-44DF-A7B3-FFE2D45B7BD2}" type="parTrans" cxnId="{18569E4F-DC01-422B-9EB2-0FF159C48F3C}">
      <dgm:prSet/>
      <dgm:spPr/>
    </dgm:pt>
    <dgm:pt modelId="{561FB20D-5A8D-43DB-B335-94A08189AEFE}" type="sibTrans" cxnId="{18569E4F-DC01-422B-9EB2-0FF159C48F3C}">
      <dgm:prSet/>
      <dgm:spPr/>
    </dgm:pt>
    <dgm:pt modelId="{46ADA158-7E2E-4776-BCE2-D60E824D8051}" type="pres">
      <dgm:prSet presAssocID="{F9D74E28-9893-4482-A388-073673B79F63}" presName="diagram" presStyleCnt="0">
        <dgm:presLayoutVars>
          <dgm:dir/>
          <dgm:resizeHandles val="exact"/>
        </dgm:presLayoutVars>
      </dgm:prSet>
      <dgm:spPr/>
    </dgm:pt>
    <dgm:pt modelId="{7E3DC316-C5F0-4AD3-8396-B864ADA8F8EE}" type="pres">
      <dgm:prSet presAssocID="{20A5E221-EB49-4F63-BAFE-678A8810E77F}" presName="node" presStyleLbl="node1" presStyleIdx="0" presStyleCnt="3">
        <dgm:presLayoutVars>
          <dgm:bulletEnabled val="1"/>
        </dgm:presLayoutVars>
      </dgm:prSet>
      <dgm:spPr/>
    </dgm:pt>
    <dgm:pt modelId="{4CDCB039-5C8B-4FCD-960D-EE56D97F2842}" type="pres">
      <dgm:prSet presAssocID="{2B72C3CE-F4BA-4E78-A39D-009F78FA6F01}" presName="sibTrans" presStyleCnt="0"/>
      <dgm:spPr/>
    </dgm:pt>
    <dgm:pt modelId="{7377C1F7-E0A4-4BBB-A8D9-E8A3B38BFC1C}" type="pres">
      <dgm:prSet presAssocID="{BF19A499-B4DB-470F-B292-C8A117A46E9F}" presName="node" presStyleLbl="node1" presStyleIdx="1" presStyleCnt="3">
        <dgm:presLayoutVars>
          <dgm:bulletEnabled val="1"/>
        </dgm:presLayoutVars>
      </dgm:prSet>
      <dgm:spPr/>
    </dgm:pt>
    <dgm:pt modelId="{B723BB6B-CD8A-4C8F-93AA-2569E1E5160C}" type="pres">
      <dgm:prSet presAssocID="{978E3EE6-B73B-4A2B-B41E-4674F821835D}" presName="sibTrans" presStyleCnt="0"/>
      <dgm:spPr/>
    </dgm:pt>
    <dgm:pt modelId="{A10BEFFE-41E6-4607-8043-0D5C7051E08C}" type="pres">
      <dgm:prSet presAssocID="{40E71C96-E6EF-49B0-9081-26A76AD0FF18}" presName="node" presStyleLbl="node1" presStyleIdx="2" presStyleCnt="3">
        <dgm:presLayoutVars>
          <dgm:bulletEnabled val="1"/>
        </dgm:presLayoutVars>
      </dgm:prSet>
      <dgm:spPr/>
    </dgm:pt>
  </dgm:ptLst>
  <dgm:cxnLst>
    <dgm:cxn modelId="{D4393D46-13C3-4FAA-87FB-5C67E967C50C}" type="presOf" srcId="{BF19A499-B4DB-470F-B292-C8A117A46E9F}" destId="{7377C1F7-E0A4-4BBB-A8D9-E8A3B38BFC1C}" srcOrd="0" destOrd="0" presId="urn:microsoft.com/office/officeart/2005/8/layout/default"/>
    <dgm:cxn modelId="{18569E4F-DC01-422B-9EB2-0FF159C48F3C}" srcId="{F9D74E28-9893-4482-A388-073673B79F63}" destId="{40E71C96-E6EF-49B0-9081-26A76AD0FF18}" srcOrd="2" destOrd="0" parTransId="{D519374E-64F4-44DF-A7B3-FFE2D45B7BD2}" sibTransId="{561FB20D-5A8D-43DB-B335-94A08189AEFE}"/>
    <dgm:cxn modelId="{A57F6F89-F869-4A8E-B3C8-97F23FF39C33}" srcId="{F9D74E28-9893-4482-A388-073673B79F63}" destId="{BF19A499-B4DB-470F-B292-C8A117A46E9F}" srcOrd="1" destOrd="0" parTransId="{AE79FEBE-8E04-4715-98D9-15C193973851}" sibTransId="{978E3EE6-B73B-4A2B-B41E-4674F821835D}"/>
    <dgm:cxn modelId="{7E8297AC-0293-4297-90F7-B24C36C53DBC}" srcId="{F9D74E28-9893-4482-A388-073673B79F63}" destId="{20A5E221-EB49-4F63-BAFE-678A8810E77F}" srcOrd="0" destOrd="0" parTransId="{FB3B4284-6B70-44E9-92C0-5BA1B797EBD7}" sibTransId="{2B72C3CE-F4BA-4E78-A39D-009F78FA6F01}"/>
    <dgm:cxn modelId="{1AC757D7-CCD7-481F-9BBB-831F3C0185AF}" type="presOf" srcId="{40E71C96-E6EF-49B0-9081-26A76AD0FF18}" destId="{A10BEFFE-41E6-4607-8043-0D5C7051E08C}" srcOrd="0" destOrd="0" presId="urn:microsoft.com/office/officeart/2005/8/layout/default"/>
    <dgm:cxn modelId="{32D3AED9-D281-4856-9F7D-3F8CB46D5E67}" type="presOf" srcId="{F9D74E28-9893-4482-A388-073673B79F63}" destId="{46ADA158-7E2E-4776-BCE2-D60E824D8051}" srcOrd="0" destOrd="0" presId="urn:microsoft.com/office/officeart/2005/8/layout/default"/>
    <dgm:cxn modelId="{39AA30E5-2BF3-42D2-90CA-225F5561D9D5}" type="presOf" srcId="{20A5E221-EB49-4F63-BAFE-678A8810E77F}" destId="{7E3DC316-C5F0-4AD3-8396-B864ADA8F8EE}" srcOrd="0" destOrd="0" presId="urn:microsoft.com/office/officeart/2005/8/layout/default"/>
    <dgm:cxn modelId="{459BCF2C-ADD0-4AC1-8180-82751E98B065}" type="presParOf" srcId="{46ADA158-7E2E-4776-BCE2-D60E824D8051}" destId="{7E3DC316-C5F0-4AD3-8396-B864ADA8F8EE}" srcOrd="0" destOrd="0" presId="urn:microsoft.com/office/officeart/2005/8/layout/default"/>
    <dgm:cxn modelId="{B4C4CDEE-03FE-4C0B-9BCB-A9D4F2533568}" type="presParOf" srcId="{46ADA158-7E2E-4776-BCE2-D60E824D8051}" destId="{4CDCB039-5C8B-4FCD-960D-EE56D97F2842}" srcOrd="1" destOrd="0" presId="urn:microsoft.com/office/officeart/2005/8/layout/default"/>
    <dgm:cxn modelId="{E64328FC-FDC0-48A3-8E39-9E2CFF5272DD}" type="presParOf" srcId="{46ADA158-7E2E-4776-BCE2-D60E824D8051}" destId="{7377C1F7-E0A4-4BBB-A8D9-E8A3B38BFC1C}" srcOrd="2" destOrd="0" presId="urn:microsoft.com/office/officeart/2005/8/layout/default"/>
    <dgm:cxn modelId="{25F7E879-7854-40E5-9C8D-7F76B5A45578}" type="presParOf" srcId="{46ADA158-7E2E-4776-BCE2-D60E824D8051}" destId="{B723BB6B-CD8A-4C8F-93AA-2569E1E5160C}" srcOrd="3" destOrd="0" presId="urn:microsoft.com/office/officeart/2005/8/layout/default"/>
    <dgm:cxn modelId="{FA2C13A6-29FA-4B09-B194-CD718D460737}" type="presParOf" srcId="{46ADA158-7E2E-4776-BCE2-D60E824D8051}" destId="{A10BEFFE-41E6-4607-8043-0D5C7051E08C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8CA3FF1-44A4-4734-910F-6D2986E5E8A5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8079D9F9-6FEE-4909-820F-4721C394A4AA}">
      <dgm:prSet phldrT="[텍스트]" phldr="0"/>
      <dgm:spPr/>
      <dgm:t>
        <a:bodyPr/>
        <a:lstStyle/>
        <a:p>
          <a:pPr algn="ctr" rtl="0" latinLnBrk="1">
            <a:lnSpc>
              <a:spcPct val="90000"/>
            </a:lnSpc>
          </a:pPr>
          <a:r>
            <a:rPr lang="en-US" altLang="ko-KR" sz="1200" dirty="0">
              <a:latin typeface="맑은 고딕"/>
              <a:ea typeface="맑은 고딕"/>
              <a:cs typeface="+mn-cs"/>
            </a:rPr>
            <a:t>Actor</a:t>
          </a:r>
          <a:br>
            <a:rPr lang="en-US" altLang="ko-KR" sz="1200" dirty="0">
              <a:latin typeface="맑은 고딕"/>
              <a:ea typeface="맑은 고딕"/>
              <a:cs typeface="+mn-cs"/>
            </a:rPr>
          </a:br>
          <a:r>
            <a:rPr lang="en-US" altLang="ko-KR" sz="1200" dirty="0">
              <a:latin typeface="맑은 고딕"/>
              <a:ea typeface="맑은 고딕"/>
              <a:cs typeface="+mn-cs"/>
            </a:rPr>
            <a:t>Component</a:t>
          </a:r>
        </a:p>
      </dgm:t>
    </dgm:pt>
    <dgm:pt modelId="{F77BEEE0-6A8F-483A-9496-7FFF23BA8C9B}" type="parTrans" cxnId="{41DF302D-3858-4741-9EA9-4146651340F3}">
      <dgm:prSet/>
      <dgm:spPr/>
      <dgm:t>
        <a:bodyPr/>
        <a:lstStyle/>
        <a:p>
          <a:pPr latinLnBrk="1"/>
          <a:endParaRPr lang="ko-KR" altLang="en-US"/>
        </a:p>
      </dgm:t>
    </dgm:pt>
    <dgm:pt modelId="{2B457E0A-0416-4F81-A642-E50988608512}" type="sibTrans" cxnId="{41DF302D-3858-4741-9EA9-4146651340F3}">
      <dgm:prSet/>
      <dgm:spPr/>
      <dgm:t>
        <a:bodyPr/>
        <a:lstStyle/>
        <a:p>
          <a:pPr latinLnBrk="1"/>
          <a:endParaRPr lang="ko-KR" altLang="en-US"/>
        </a:p>
      </dgm:t>
    </dgm:pt>
    <dgm:pt modelId="{0EB4ED6D-ED37-4C68-849E-A7AB5974ED9A}">
      <dgm:prSet phldrT="[텍스트]" phldr="0"/>
      <dgm:spPr/>
      <dgm:t>
        <a:bodyPr/>
        <a:lstStyle/>
        <a:p>
          <a:pPr algn="ctr" rtl="0" latinLnBrk="1">
            <a:lnSpc>
              <a:spcPct val="90000"/>
            </a:lnSpc>
          </a:pPr>
          <a:r>
            <a:rPr lang="en-US" altLang="ko-KR" sz="1200" dirty="0">
              <a:latin typeface="맑은 고딕"/>
              <a:ea typeface="맑은 고딕"/>
              <a:cs typeface="+mn-cs"/>
            </a:rPr>
            <a:t>Scene</a:t>
          </a:r>
          <a:br>
            <a:rPr lang="en-US" altLang="ko-KR" sz="1200" dirty="0">
              <a:latin typeface="맑은 고딕"/>
              <a:ea typeface="맑은 고딕"/>
              <a:cs typeface="+mn-cs"/>
            </a:rPr>
          </a:br>
          <a:r>
            <a:rPr lang="en-US" altLang="ko-KR" sz="1200" dirty="0">
              <a:latin typeface="맑은 고딕"/>
              <a:ea typeface="맑은 고딕"/>
              <a:cs typeface="+mn-cs"/>
            </a:rPr>
            <a:t>Component</a:t>
          </a:r>
          <a:endParaRPr lang="en-US" altLang="ko-KR" sz="1200" dirty="0" err="1">
            <a:latin typeface="맑은 고딕" panose="020F0502020204030204"/>
            <a:ea typeface="맑은 고딕" panose="020B0503020000020004" pitchFamily="34" charset="-127"/>
            <a:cs typeface="+mn-cs"/>
          </a:endParaRPr>
        </a:p>
      </dgm:t>
    </dgm:pt>
    <dgm:pt modelId="{9573DAF3-BE0C-4F84-81D5-21CFF3E39660}" type="parTrans" cxnId="{57C01EA0-2204-4852-ABF2-7D02760419FA}">
      <dgm:prSet/>
      <dgm:spPr/>
      <dgm:t>
        <a:bodyPr/>
        <a:lstStyle/>
        <a:p>
          <a:pPr latinLnBrk="1"/>
          <a:endParaRPr lang="ko-KR" altLang="en-US"/>
        </a:p>
      </dgm:t>
    </dgm:pt>
    <dgm:pt modelId="{04E7DBB5-D218-4DFA-A633-5AB6AF825F48}" type="sibTrans" cxnId="{57C01EA0-2204-4852-ABF2-7D02760419FA}">
      <dgm:prSet/>
      <dgm:spPr/>
      <dgm:t>
        <a:bodyPr/>
        <a:lstStyle/>
        <a:p>
          <a:pPr latinLnBrk="1"/>
          <a:endParaRPr lang="ko-KR" altLang="en-US"/>
        </a:p>
      </dgm:t>
    </dgm:pt>
    <dgm:pt modelId="{54D994D3-E573-4B36-B987-6D7F1B22EBCF}">
      <dgm:prSet phldrT="[텍스트]" phldr="0"/>
      <dgm:spPr/>
      <dgm:t>
        <a:bodyPr/>
        <a:lstStyle/>
        <a:p>
          <a:pPr algn="ctr" rtl="0" latinLnBrk="1">
            <a:lnSpc>
              <a:spcPct val="90000"/>
            </a:lnSpc>
          </a:pPr>
          <a:r>
            <a:rPr lang="en-US" altLang="ko-KR" sz="1200" dirty="0">
              <a:latin typeface="맑은 고딕"/>
              <a:ea typeface="맑은 고딕"/>
              <a:cs typeface="+mn-cs"/>
            </a:rPr>
            <a:t>Movement</a:t>
          </a:r>
          <a:br>
            <a:rPr lang="en-US" altLang="ko-KR" sz="1200" dirty="0">
              <a:latin typeface="맑은 고딕"/>
              <a:ea typeface="맑은 고딕"/>
              <a:cs typeface="+mn-cs"/>
            </a:rPr>
          </a:br>
          <a:r>
            <a:rPr lang="en-US" altLang="ko-KR" sz="1200" dirty="0">
              <a:latin typeface="맑은 고딕"/>
              <a:ea typeface="맑은 고딕"/>
              <a:cs typeface="+mn-cs"/>
            </a:rPr>
            <a:t>Component</a:t>
          </a:r>
        </a:p>
      </dgm:t>
    </dgm:pt>
    <dgm:pt modelId="{18B488B6-BEF7-499D-BA5C-3021AACA6C98}" type="parTrans" cxnId="{C43E73A2-99BC-4F09-B76F-F05AD7101533}">
      <dgm:prSet/>
      <dgm:spPr/>
      <dgm:t>
        <a:bodyPr/>
        <a:lstStyle/>
        <a:p>
          <a:pPr latinLnBrk="1"/>
          <a:endParaRPr lang="ko-KR" altLang="en-US"/>
        </a:p>
      </dgm:t>
    </dgm:pt>
    <dgm:pt modelId="{C42402E8-B6D8-4C45-8BAA-F7A95DA9DC33}" type="sibTrans" cxnId="{C43E73A2-99BC-4F09-B76F-F05AD7101533}">
      <dgm:prSet/>
      <dgm:spPr/>
      <dgm:t>
        <a:bodyPr/>
        <a:lstStyle/>
        <a:p>
          <a:pPr latinLnBrk="1"/>
          <a:endParaRPr lang="ko-KR" altLang="en-US"/>
        </a:p>
      </dgm:t>
    </dgm:pt>
    <dgm:pt modelId="{0EB1B084-6CB7-48F1-9D27-A04F9B9AE839}">
      <dgm:prSet phldrT="[텍스트]" phldr="0"/>
      <dgm:spPr/>
      <dgm:t>
        <a:bodyPr/>
        <a:lstStyle/>
        <a:p>
          <a:pPr algn="ctr" rtl="0" latinLnBrk="1">
            <a:lnSpc>
              <a:spcPct val="90000"/>
            </a:lnSpc>
          </a:pPr>
          <a:r>
            <a:rPr lang="en-US" altLang="ko-KR" sz="1200" dirty="0">
              <a:latin typeface="맑은 고딕"/>
              <a:ea typeface="맑은 고딕"/>
              <a:cs typeface="+mn-cs"/>
            </a:rPr>
            <a:t>Projectile</a:t>
          </a:r>
          <a:br>
            <a:rPr lang="en-US" altLang="ko-KR" sz="1200" dirty="0">
              <a:latin typeface="맑은 고딕"/>
              <a:ea typeface="맑은 고딕"/>
              <a:cs typeface="+mn-cs"/>
            </a:rPr>
          </a:br>
          <a:r>
            <a:rPr lang="en-US" altLang="ko-KR" sz="1200" dirty="0">
              <a:latin typeface="맑은 고딕"/>
              <a:ea typeface="맑은 고딕"/>
              <a:cs typeface="+mn-cs"/>
            </a:rPr>
            <a:t>Movement</a:t>
          </a:r>
          <a:br>
            <a:rPr lang="en-US" altLang="ko-KR" sz="1200" dirty="0">
              <a:latin typeface="맑은 고딕"/>
              <a:ea typeface="맑은 고딕"/>
              <a:cs typeface="+mn-cs"/>
            </a:rPr>
          </a:br>
          <a:r>
            <a:rPr lang="en-US" altLang="ko-KR" sz="1200" dirty="0">
              <a:latin typeface="맑은 고딕"/>
              <a:ea typeface="맑은 고딕"/>
              <a:cs typeface="+mn-cs"/>
            </a:rPr>
            <a:t>Component</a:t>
          </a:r>
          <a:endParaRPr lang="en-US" altLang="ko-KR" sz="1200" dirty="0" err="1">
            <a:latin typeface="맑은 고딕" panose="020F0502020204030204"/>
            <a:ea typeface="맑은 고딕" panose="020B0503020000020004" pitchFamily="34" charset="-127"/>
            <a:cs typeface="+mn-cs"/>
          </a:endParaRPr>
        </a:p>
      </dgm:t>
    </dgm:pt>
    <dgm:pt modelId="{14F885CE-9CC9-4DCA-97CD-C970FBCB79D3}" type="parTrans" cxnId="{5CCAB56A-BB0F-4C45-BABC-46B85A754A7A}">
      <dgm:prSet/>
      <dgm:spPr/>
      <dgm:t>
        <a:bodyPr/>
        <a:lstStyle/>
        <a:p>
          <a:pPr latinLnBrk="1"/>
          <a:endParaRPr lang="ko-KR" altLang="en-US"/>
        </a:p>
      </dgm:t>
    </dgm:pt>
    <dgm:pt modelId="{66AD7704-1DC7-47A3-AC97-8BB792219E17}" type="sibTrans" cxnId="{5CCAB56A-BB0F-4C45-BABC-46B85A754A7A}">
      <dgm:prSet/>
      <dgm:spPr/>
      <dgm:t>
        <a:bodyPr/>
        <a:lstStyle/>
        <a:p>
          <a:pPr latinLnBrk="1"/>
          <a:endParaRPr lang="ko-KR" altLang="en-US"/>
        </a:p>
      </dgm:t>
    </dgm:pt>
    <dgm:pt modelId="{B75E6725-F8AA-43E7-88ED-8046BBCD025E}" type="pres">
      <dgm:prSet presAssocID="{A8CA3FF1-44A4-4734-910F-6D2986E5E8A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4E67DEB-8D92-4E97-ACB8-E493D0AF720F}" type="pres">
      <dgm:prSet presAssocID="{8079D9F9-6FEE-4909-820F-4721C394A4AA}" presName="hierRoot1" presStyleCnt="0"/>
      <dgm:spPr/>
    </dgm:pt>
    <dgm:pt modelId="{B550358A-F579-4B24-B84A-D3B224074323}" type="pres">
      <dgm:prSet presAssocID="{8079D9F9-6FEE-4909-820F-4721C394A4AA}" presName="composite" presStyleCnt="0"/>
      <dgm:spPr/>
    </dgm:pt>
    <dgm:pt modelId="{E8195727-6146-4F55-81B7-C4F1D2C5503D}" type="pres">
      <dgm:prSet presAssocID="{8079D9F9-6FEE-4909-820F-4721C394A4AA}" presName="background" presStyleLbl="node0" presStyleIdx="0" presStyleCnt="1"/>
      <dgm:spPr/>
    </dgm:pt>
    <dgm:pt modelId="{E84B8AF9-00D1-413D-8056-F354ED42F056}" type="pres">
      <dgm:prSet presAssocID="{8079D9F9-6FEE-4909-820F-4721C394A4AA}" presName="text" presStyleLbl="fgAcc0" presStyleIdx="0" presStyleCnt="1">
        <dgm:presLayoutVars>
          <dgm:chPref val="3"/>
        </dgm:presLayoutVars>
      </dgm:prSet>
      <dgm:spPr/>
    </dgm:pt>
    <dgm:pt modelId="{EB4716EF-0C32-44D9-B7D0-F1B97CC67D1A}" type="pres">
      <dgm:prSet presAssocID="{8079D9F9-6FEE-4909-820F-4721C394A4AA}" presName="hierChild2" presStyleCnt="0"/>
      <dgm:spPr/>
    </dgm:pt>
    <dgm:pt modelId="{213DAA8D-C23B-45D2-9208-D364E9AC81D9}" type="pres">
      <dgm:prSet presAssocID="{9573DAF3-BE0C-4F84-81D5-21CFF3E39660}" presName="Name10" presStyleLbl="parChTrans1D2" presStyleIdx="0" presStyleCnt="2"/>
      <dgm:spPr/>
    </dgm:pt>
    <dgm:pt modelId="{7CAD1BC8-CE66-4688-BE5E-523B96710CFC}" type="pres">
      <dgm:prSet presAssocID="{0EB4ED6D-ED37-4C68-849E-A7AB5974ED9A}" presName="hierRoot2" presStyleCnt="0"/>
      <dgm:spPr/>
    </dgm:pt>
    <dgm:pt modelId="{D8D6A884-975F-4A0E-83C1-F102131E59A0}" type="pres">
      <dgm:prSet presAssocID="{0EB4ED6D-ED37-4C68-849E-A7AB5974ED9A}" presName="composite2" presStyleCnt="0"/>
      <dgm:spPr/>
    </dgm:pt>
    <dgm:pt modelId="{DA5C54B0-E1FD-4006-ABF0-E8844F0E7C7C}" type="pres">
      <dgm:prSet presAssocID="{0EB4ED6D-ED37-4C68-849E-A7AB5974ED9A}" presName="background2" presStyleLbl="node2" presStyleIdx="0" presStyleCnt="2"/>
      <dgm:spPr/>
    </dgm:pt>
    <dgm:pt modelId="{FDB6A93D-2764-4BB7-B6DF-8B588441CB3D}" type="pres">
      <dgm:prSet presAssocID="{0EB4ED6D-ED37-4C68-849E-A7AB5974ED9A}" presName="text2" presStyleLbl="fgAcc2" presStyleIdx="0" presStyleCnt="2">
        <dgm:presLayoutVars>
          <dgm:chPref val="3"/>
        </dgm:presLayoutVars>
      </dgm:prSet>
      <dgm:spPr/>
    </dgm:pt>
    <dgm:pt modelId="{C295837A-AA9A-41CD-A88F-443BBD272DA6}" type="pres">
      <dgm:prSet presAssocID="{0EB4ED6D-ED37-4C68-849E-A7AB5974ED9A}" presName="hierChild3" presStyleCnt="0"/>
      <dgm:spPr/>
    </dgm:pt>
    <dgm:pt modelId="{8F20985F-0D89-46C9-A23F-BC1DEB8FF486}" type="pres">
      <dgm:prSet presAssocID="{18B488B6-BEF7-499D-BA5C-3021AACA6C98}" presName="Name10" presStyleLbl="parChTrans1D2" presStyleIdx="1" presStyleCnt="2"/>
      <dgm:spPr/>
    </dgm:pt>
    <dgm:pt modelId="{639554FB-1B8C-49D3-99DA-836A527B3DAC}" type="pres">
      <dgm:prSet presAssocID="{54D994D3-E573-4B36-B987-6D7F1B22EBCF}" presName="hierRoot2" presStyleCnt="0"/>
      <dgm:spPr/>
    </dgm:pt>
    <dgm:pt modelId="{42D27598-0F36-461B-8689-2B7931585534}" type="pres">
      <dgm:prSet presAssocID="{54D994D3-E573-4B36-B987-6D7F1B22EBCF}" presName="composite2" presStyleCnt="0"/>
      <dgm:spPr/>
    </dgm:pt>
    <dgm:pt modelId="{A9BA7210-FA68-4039-9CB9-FAD34AB8B562}" type="pres">
      <dgm:prSet presAssocID="{54D994D3-E573-4B36-B987-6D7F1B22EBCF}" presName="background2" presStyleLbl="node2" presStyleIdx="1" presStyleCnt="2"/>
      <dgm:spPr/>
    </dgm:pt>
    <dgm:pt modelId="{3E442A82-CC1F-4E1F-B9CE-835C2EBDED1E}" type="pres">
      <dgm:prSet presAssocID="{54D994D3-E573-4B36-B987-6D7F1B22EBCF}" presName="text2" presStyleLbl="fgAcc2" presStyleIdx="1" presStyleCnt="2">
        <dgm:presLayoutVars>
          <dgm:chPref val="3"/>
        </dgm:presLayoutVars>
      </dgm:prSet>
      <dgm:spPr/>
    </dgm:pt>
    <dgm:pt modelId="{52C8CF31-ED67-44DE-A67A-C6A2DA7EA8BB}" type="pres">
      <dgm:prSet presAssocID="{54D994D3-E573-4B36-B987-6D7F1B22EBCF}" presName="hierChild3" presStyleCnt="0"/>
      <dgm:spPr/>
    </dgm:pt>
    <dgm:pt modelId="{5821B419-EC11-4654-A85B-CB8C6E58128E}" type="pres">
      <dgm:prSet presAssocID="{14F885CE-9CC9-4DCA-97CD-C970FBCB79D3}" presName="Name17" presStyleLbl="parChTrans1D3" presStyleIdx="0" presStyleCnt="1"/>
      <dgm:spPr/>
    </dgm:pt>
    <dgm:pt modelId="{C1114C50-3923-405D-83E2-F5DD99A972A1}" type="pres">
      <dgm:prSet presAssocID="{0EB1B084-6CB7-48F1-9D27-A04F9B9AE839}" presName="hierRoot3" presStyleCnt="0"/>
      <dgm:spPr/>
    </dgm:pt>
    <dgm:pt modelId="{BD7F5181-D9F2-42BD-AC43-6A598E3F16B5}" type="pres">
      <dgm:prSet presAssocID="{0EB1B084-6CB7-48F1-9D27-A04F9B9AE839}" presName="composite3" presStyleCnt="0"/>
      <dgm:spPr/>
    </dgm:pt>
    <dgm:pt modelId="{FF01AE0C-D880-4774-A35E-7B825D3F2DBE}" type="pres">
      <dgm:prSet presAssocID="{0EB1B084-6CB7-48F1-9D27-A04F9B9AE839}" presName="background3" presStyleLbl="node3" presStyleIdx="0" presStyleCnt="1"/>
      <dgm:spPr/>
    </dgm:pt>
    <dgm:pt modelId="{60F54F18-2CB8-425A-89EC-ABD249357434}" type="pres">
      <dgm:prSet presAssocID="{0EB1B084-6CB7-48F1-9D27-A04F9B9AE839}" presName="text3" presStyleLbl="fgAcc3" presStyleIdx="0" presStyleCnt="1">
        <dgm:presLayoutVars>
          <dgm:chPref val="3"/>
        </dgm:presLayoutVars>
      </dgm:prSet>
      <dgm:spPr/>
    </dgm:pt>
    <dgm:pt modelId="{3EF88CE5-FC3B-42D7-9034-C75D9341D218}" type="pres">
      <dgm:prSet presAssocID="{0EB1B084-6CB7-48F1-9D27-A04F9B9AE839}" presName="hierChild4" presStyleCnt="0"/>
      <dgm:spPr/>
    </dgm:pt>
  </dgm:ptLst>
  <dgm:cxnLst>
    <dgm:cxn modelId="{2F46F911-637C-45F8-83E8-E0482D35098D}" type="presOf" srcId="{0EB4ED6D-ED37-4C68-849E-A7AB5974ED9A}" destId="{FDB6A93D-2764-4BB7-B6DF-8B588441CB3D}" srcOrd="0" destOrd="0" presId="urn:microsoft.com/office/officeart/2005/8/layout/hierarchy1"/>
    <dgm:cxn modelId="{4E47151E-2EC1-4A3F-AABB-7E75BBB6A1C9}" type="presOf" srcId="{0EB1B084-6CB7-48F1-9D27-A04F9B9AE839}" destId="{60F54F18-2CB8-425A-89EC-ABD249357434}" srcOrd="0" destOrd="0" presId="urn:microsoft.com/office/officeart/2005/8/layout/hierarchy1"/>
    <dgm:cxn modelId="{B8C8AA23-5953-49A1-A27B-07DF3C77A6D1}" type="presOf" srcId="{8079D9F9-6FEE-4909-820F-4721C394A4AA}" destId="{E84B8AF9-00D1-413D-8056-F354ED42F056}" srcOrd="0" destOrd="0" presId="urn:microsoft.com/office/officeart/2005/8/layout/hierarchy1"/>
    <dgm:cxn modelId="{61DA2E27-A66C-4ACF-9F29-1F1EA8376584}" type="presOf" srcId="{A8CA3FF1-44A4-4734-910F-6D2986E5E8A5}" destId="{B75E6725-F8AA-43E7-88ED-8046BBCD025E}" srcOrd="0" destOrd="0" presId="urn:microsoft.com/office/officeart/2005/8/layout/hierarchy1"/>
    <dgm:cxn modelId="{41DF302D-3858-4741-9EA9-4146651340F3}" srcId="{A8CA3FF1-44A4-4734-910F-6D2986E5E8A5}" destId="{8079D9F9-6FEE-4909-820F-4721C394A4AA}" srcOrd="0" destOrd="0" parTransId="{F77BEEE0-6A8F-483A-9496-7FFF23BA8C9B}" sibTransId="{2B457E0A-0416-4F81-A642-E50988608512}"/>
    <dgm:cxn modelId="{572B682E-87ED-47F2-AC24-EAC6977A0CFA}" type="presOf" srcId="{54D994D3-E573-4B36-B987-6D7F1B22EBCF}" destId="{3E442A82-CC1F-4E1F-B9CE-835C2EBDED1E}" srcOrd="0" destOrd="0" presId="urn:microsoft.com/office/officeart/2005/8/layout/hierarchy1"/>
    <dgm:cxn modelId="{BA69F52E-5551-4CA0-B77D-EAC59B38B1C2}" type="presOf" srcId="{14F885CE-9CC9-4DCA-97CD-C970FBCB79D3}" destId="{5821B419-EC11-4654-A85B-CB8C6E58128E}" srcOrd="0" destOrd="0" presId="urn:microsoft.com/office/officeart/2005/8/layout/hierarchy1"/>
    <dgm:cxn modelId="{5CCAB56A-BB0F-4C45-BABC-46B85A754A7A}" srcId="{54D994D3-E573-4B36-B987-6D7F1B22EBCF}" destId="{0EB1B084-6CB7-48F1-9D27-A04F9B9AE839}" srcOrd="0" destOrd="0" parTransId="{14F885CE-9CC9-4DCA-97CD-C970FBCB79D3}" sibTransId="{66AD7704-1DC7-47A3-AC97-8BB792219E17}"/>
    <dgm:cxn modelId="{CCA1F98F-BB6E-4203-8025-480C0A12B1DD}" type="presOf" srcId="{18B488B6-BEF7-499D-BA5C-3021AACA6C98}" destId="{8F20985F-0D89-46C9-A23F-BC1DEB8FF486}" srcOrd="0" destOrd="0" presId="urn:microsoft.com/office/officeart/2005/8/layout/hierarchy1"/>
    <dgm:cxn modelId="{57C01EA0-2204-4852-ABF2-7D02760419FA}" srcId="{8079D9F9-6FEE-4909-820F-4721C394A4AA}" destId="{0EB4ED6D-ED37-4C68-849E-A7AB5974ED9A}" srcOrd="0" destOrd="0" parTransId="{9573DAF3-BE0C-4F84-81D5-21CFF3E39660}" sibTransId="{04E7DBB5-D218-4DFA-A633-5AB6AF825F48}"/>
    <dgm:cxn modelId="{C43E73A2-99BC-4F09-B76F-F05AD7101533}" srcId="{8079D9F9-6FEE-4909-820F-4721C394A4AA}" destId="{54D994D3-E573-4B36-B987-6D7F1B22EBCF}" srcOrd="1" destOrd="0" parTransId="{18B488B6-BEF7-499D-BA5C-3021AACA6C98}" sibTransId="{C42402E8-B6D8-4C45-8BAA-F7A95DA9DC33}"/>
    <dgm:cxn modelId="{64CCF6B8-A52E-4EB6-AC36-3DB49559B18B}" type="presOf" srcId="{9573DAF3-BE0C-4F84-81D5-21CFF3E39660}" destId="{213DAA8D-C23B-45D2-9208-D364E9AC81D9}" srcOrd="0" destOrd="0" presId="urn:microsoft.com/office/officeart/2005/8/layout/hierarchy1"/>
    <dgm:cxn modelId="{578A155F-83EF-4411-A4EE-E78B6EB0571A}" type="presParOf" srcId="{B75E6725-F8AA-43E7-88ED-8046BBCD025E}" destId="{84E67DEB-8D92-4E97-ACB8-E493D0AF720F}" srcOrd="0" destOrd="0" presId="urn:microsoft.com/office/officeart/2005/8/layout/hierarchy1"/>
    <dgm:cxn modelId="{31FBECEA-4B3B-469A-8A11-E1CD132D2F77}" type="presParOf" srcId="{84E67DEB-8D92-4E97-ACB8-E493D0AF720F}" destId="{B550358A-F579-4B24-B84A-D3B224074323}" srcOrd="0" destOrd="0" presId="urn:microsoft.com/office/officeart/2005/8/layout/hierarchy1"/>
    <dgm:cxn modelId="{3ADC06C8-43EE-4839-ABAB-A991817620B2}" type="presParOf" srcId="{B550358A-F579-4B24-B84A-D3B224074323}" destId="{E8195727-6146-4F55-81B7-C4F1D2C5503D}" srcOrd="0" destOrd="0" presId="urn:microsoft.com/office/officeart/2005/8/layout/hierarchy1"/>
    <dgm:cxn modelId="{70D254CC-4604-4738-93F3-27E48ECF4F69}" type="presParOf" srcId="{B550358A-F579-4B24-B84A-D3B224074323}" destId="{E84B8AF9-00D1-413D-8056-F354ED42F056}" srcOrd="1" destOrd="0" presId="urn:microsoft.com/office/officeart/2005/8/layout/hierarchy1"/>
    <dgm:cxn modelId="{27CD5565-76E9-4AA9-857E-3FF26556B6CC}" type="presParOf" srcId="{84E67DEB-8D92-4E97-ACB8-E493D0AF720F}" destId="{EB4716EF-0C32-44D9-B7D0-F1B97CC67D1A}" srcOrd="1" destOrd="0" presId="urn:microsoft.com/office/officeart/2005/8/layout/hierarchy1"/>
    <dgm:cxn modelId="{66C90CEB-20CF-40DB-8E6D-D318407EE5AF}" type="presParOf" srcId="{EB4716EF-0C32-44D9-B7D0-F1B97CC67D1A}" destId="{213DAA8D-C23B-45D2-9208-D364E9AC81D9}" srcOrd="0" destOrd="0" presId="urn:microsoft.com/office/officeart/2005/8/layout/hierarchy1"/>
    <dgm:cxn modelId="{75E0F47D-E477-41BE-B5DF-850ACE273010}" type="presParOf" srcId="{EB4716EF-0C32-44D9-B7D0-F1B97CC67D1A}" destId="{7CAD1BC8-CE66-4688-BE5E-523B96710CFC}" srcOrd="1" destOrd="0" presId="urn:microsoft.com/office/officeart/2005/8/layout/hierarchy1"/>
    <dgm:cxn modelId="{577B5F4A-A1C1-4F6B-AFD7-02B07DD58147}" type="presParOf" srcId="{7CAD1BC8-CE66-4688-BE5E-523B96710CFC}" destId="{D8D6A884-975F-4A0E-83C1-F102131E59A0}" srcOrd="0" destOrd="0" presId="urn:microsoft.com/office/officeart/2005/8/layout/hierarchy1"/>
    <dgm:cxn modelId="{96D1EA6F-39C9-4BC3-908E-A20180BBE137}" type="presParOf" srcId="{D8D6A884-975F-4A0E-83C1-F102131E59A0}" destId="{DA5C54B0-E1FD-4006-ABF0-E8844F0E7C7C}" srcOrd="0" destOrd="0" presId="urn:microsoft.com/office/officeart/2005/8/layout/hierarchy1"/>
    <dgm:cxn modelId="{E65E75C1-EC77-4A1B-A55A-F0762C574C77}" type="presParOf" srcId="{D8D6A884-975F-4A0E-83C1-F102131E59A0}" destId="{FDB6A93D-2764-4BB7-B6DF-8B588441CB3D}" srcOrd="1" destOrd="0" presId="urn:microsoft.com/office/officeart/2005/8/layout/hierarchy1"/>
    <dgm:cxn modelId="{8C170DFC-935E-43CA-95B1-9AA77B8E1CD7}" type="presParOf" srcId="{7CAD1BC8-CE66-4688-BE5E-523B96710CFC}" destId="{C295837A-AA9A-41CD-A88F-443BBD272DA6}" srcOrd="1" destOrd="0" presId="urn:microsoft.com/office/officeart/2005/8/layout/hierarchy1"/>
    <dgm:cxn modelId="{FA8D7377-6AC7-4780-A8BA-86D8F4FEB7AE}" type="presParOf" srcId="{EB4716EF-0C32-44D9-B7D0-F1B97CC67D1A}" destId="{8F20985F-0D89-46C9-A23F-BC1DEB8FF486}" srcOrd="2" destOrd="0" presId="urn:microsoft.com/office/officeart/2005/8/layout/hierarchy1"/>
    <dgm:cxn modelId="{BCBA4301-05FC-4735-AA6A-CC630715A5D7}" type="presParOf" srcId="{EB4716EF-0C32-44D9-B7D0-F1B97CC67D1A}" destId="{639554FB-1B8C-49D3-99DA-836A527B3DAC}" srcOrd="3" destOrd="0" presId="urn:microsoft.com/office/officeart/2005/8/layout/hierarchy1"/>
    <dgm:cxn modelId="{993B3ECD-177E-4648-90C6-B624CD896967}" type="presParOf" srcId="{639554FB-1B8C-49D3-99DA-836A527B3DAC}" destId="{42D27598-0F36-461B-8689-2B7931585534}" srcOrd="0" destOrd="0" presId="urn:microsoft.com/office/officeart/2005/8/layout/hierarchy1"/>
    <dgm:cxn modelId="{BA4D10EA-324F-402D-A293-662C0DF37148}" type="presParOf" srcId="{42D27598-0F36-461B-8689-2B7931585534}" destId="{A9BA7210-FA68-4039-9CB9-FAD34AB8B562}" srcOrd="0" destOrd="0" presId="urn:microsoft.com/office/officeart/2005/8/layout/hierarchy1"/>
    <dgm:cxn modelId="{CA793743-6B78-4B9D-A272-24D1C15E70D9}" type="presParOf" srcId="{42D27598-0F36-461B-8689-2B7931585534}" destId="{3E442A82-CC1F-4E1F-B9CE-835C2EBDED1E}" srcOrd="1" destOrd="0" presId="urn:microsoft.com/office/officeart/2005/8/layout/hierarchy1"/>
    <dgm:cxn modelId="{C2FBB1CE-6986-4B4E-A490-D2B229E6D544}" type="presParOf" srcId="{639554FB-1B8C-49D3-99DA-836A527B3DAC}" destId="{52C8CF31-ED67-44DE-A67A-C6A2DA7EA8BB}" srcOrd="1" destOrd="0" presId="urn:microsoft.com/office/officeart/2005/8/layout/hierarchy1"/>
    <dgm:cxn modelId="{81D1580A-39D0-469C-BA08-587183417777}" type="presParOf" srcId="{52C8CF31-ED67-44DE-A67A-C6A2DA7EA8BB}" destId="{5821B419-EC11-4654-A85B-CB8C6E58128E}" srcOrd="0" destOrd="0" presId="urn:microsoft.com/office/officeart/2005/8/layout/hierarchy1"/>
    <dgm:cxn modelId="{0DEDE2F1-0513-4886-BD25-3A5A27445B63}" type="presParOf" srcId="{52C8CF31-ED67-44DE-A67A-C6A2DA7EA8BB}" destId="{C1114C50-3923-405D-83E2-F5DD99A972A1}" srcOrd="1" destOrd="0" presId="urn:microsoft.com/office/officeart/2005/8/layout/hierarchy1"/>
    <dgm:cxn modelId="{438110AE-205E-4ED3-A994-ED7F7D821291}" type="presParOf" srcId="{C1114C50-3923-405D-83E2-F5DD99A972A1}" destId="{BD7F5181-D9F2-42BD-AC43-6A598E3F16B5}" srcOrd="0" destOrd="0" presId="urn:microsoft.com/office/officeart/2005/8/layout/hierarchy1"/>
    <dgm:cxn modelId="{F4853E74-28B8-4F33-A57A-9B4D19261FB6}" type="presParOf" srcId="{BD7F5181-D9F2-42BD-AC43-6A598E3F16B5}" destId="{FF01AE0C-D880-4774-A35E-7B825D3F2DBE}" srcOrd="0" destOrd="0" presId="urn:microsoft.com/office/officeart/2005/8/layout/hierarchy1"/>
    <dgm:cxn modelId="{C98EA1B9-5AA5-47E9-884E-55E8FD5988DE}" type="presParOf" srcId="{BD7F5181-D9F2-42BD-AC43-6A598E3F16B5}" destId="{60F54F18-2CB8-425A-89EC-ABD249357434}" srcOrd="1" destOrd="0" presId="urn:microsoft.com/office/officeart/2005/8/layout/hierarchy1"/>
    <dgm:cxn modelId="{4301A7DB-E76A-4FB1-A6A4-F0695E20FD93}" type="presParOf" srcId="{C1114C50-3923-405D-83E2-F5DD99A972A1}" destId="{3EF88CE5-FC3B-42D7-9034-C75D9341D21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9523C1-9D71-4872-B98A-4A4FF8877299}">
      <dsp:nvSpPr>
        <dsp:cNvPr id="0" name=""/>
        <dsp:cNvSpPr/>
      </dsp:nvSpPr>
      <dsp:spPr>
        <a:xfrm>
          <a:off x="2214562" y="1573946"/>
          <a:ext cx="1571625" cy="3739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4853"/>
              </a:lnTo>
              <a:lnTo>
                <a:pt x="1571625" y="254853"/>
              </a:lnTo>
              <a:lnTo>
                <a:pt x="1571625" y="37397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B9445C-B5D7-41AB-967D-A305D6AF6FEC}">
      <dsp:nvSpPr>
        <dsp:cNvPr id="0" name=""/>
        <dsp:cNvSpPr/>
      </dsp:nvSpPr>
      <dsp:spPr>
        <a:xfrm>
          <a:off x="2168842" y="1573946"/>
          <a:ext cx="91440" cy="37397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7397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928A85-F3B1-4724-8F7C-1714D7450F37}">
      <dsp:nvSpPr>
        <dsp:cNvPr id="0" name=""/>
        <dsp:cNvSpPr/>
      </dsp:nvSpPr>
      <dsp:spPr>
        <a:xfrm>
          <a:off x="642937" y="1573946"/>
          <a:ext cx="1571624" cy="373975"/>
        </a:xfrm>
        <a:custGeom>
          <a:avLst/>
          <a:gdLst/>
          <a:ahLst/>
          <a:cxnLst/>
          <a:rect l="0" t="0" r="0" b="0"/>
          <a:pathLst>
            <a:path>
              <a:moveTo>
                <a:pt x="1571624" y="0"/>
              </a:moveTo>
              <a:lnTo>
                <a:pt x="1571624" y="254853"/>
              </a:lnTo>
              <a:lnTo>
                <a:pt x="0" y="254853"/>
              </a:lnTo>
              <a:lnTo>
                <a:pt x="0" y="37397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F5B46A-0324-4E9C-840A-FDECD267C4B1}">
      <dsp:nvSpPr>
        <dsp:cNvPr id="0" name=""/>
        <dsp:cNvSpPr/>
      </dsp:nvSpPr>
      <dsp:spPr>
        <a:xfrm>
          <a:off x="1571625" y="757416"/>
          <a:ext cx="1285874" cy="81653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1F5BAA-BDA9-40F5-BCE4-7057FB3FF800}">
      <dsp:nvSpPr>
        <dsp:cNvPr id="0" name=""/>
        <dsp:cNvSpPr/>
      </dsp:nvSpPr>
      <dsp:spPr>
        <a:xfrm>
          <a:off x="1714500" y="893147"/>
          <a:ext cx="1285874" cy="816530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600" kern="1200" err="1">
              <a:latin typeface="맑은 고딕"/>
              <a:ea typeface="맑은 고딕"/>
              <a:cs typeface="+mn-cs"/>
            </a:rPr>
            <a:t>UObject</a:t>
          </a:r>
        </a:p>
      </dsp:txBody>
      <dsp:txXfrm>
        <a:off x="1738415" y="917062"/>
        <a:ext cx="1238044" cy="768700"/>
      </dsp:txXfrm>
    </dsp:sp>
    <dsp:sp modelId="{8BA3C362-1305-4EC3-ADFA-06F6EFAB7D11}">
      <dsp:nvSpPr>
        <dsp:cNvPr id="0" name=""/>
        <dsp:cNvSpPr/>
      </dsp:nvSpPr>
      <dsp:spPr>
        <a:xfrm>
          <a:off x="0" y="1947922"/>
          <a:ext cx="1285874" cy="81653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3CFFCA-5E65-45BD-B8ED-AC5BE7989178}">
      <dsp:nvSpPr>
        <dsp:cNvPr id="0" name=""/>
        <dsp:cNvSpPr/>
      </dsp:nvSpPr>
      <dsp:spPr>
        <a:xfrm>
          <a:off x="142875" y="2083653"/>
          <a:ext cx="1285874" cy="816530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600" kern="1200">
              <a:latin typeface="맑은 고딕"/>
              <a:ea typeface="맑은 고딕"/>
              <a:cs typeface="+mn-cs"/>
            </a:rPr>
            <a:t>World</a:t>
          </a:r>
          <a:endParaRPr lang="en-US" altLang="ko-KR" sz="1600" kern="1200">
            <a:latin typeface="맑은 고딕" panose="020F0502020204030204"/>
            <a:ea typeface="맑은 고딕" panose="020B0503020000020004" pitchFamily="34" charset="-127"/>
            <a:cs typeface="+mn-cs"/>
          </a:endParaRPr>
        </a:p>
      </dsp:txBody>
      <dsp:txXfrm>
        <a:off x="166790" y="2107568"/>
        <a:ext cx="1238044" cy="768700"/>
      </dsp:txXfrm>
    </dsp:sp>
    <dsp:sp modelId="{C45FD58F-71BF-432A-9334-D26D21A2092C}">
      <dsp:nvSpPr>
        <dsp:cNvPr id="0" name=""/>
        <dsp:cNvSpPr/>
      </dsp:nvSpPr>
      <dsp:spPr>
        <a:xfrm>
          <a:off x="1571625" y="1947922"/>
          <a:ext cx="1285874" cy="81653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19AC2D-F7CF-4A30-905E-97B3DB1D4FA5}">
      <dsp:nvSpPr>
        <dsp:cNvPr id="0" name=""/>
        <dsp:cNvSpPr/>
      </dsp:nvSpPr>
      <dsp:spPr>
        <a:xfrm>
          <a:off x="1714500" y="2083653"/>
          <a:ext cx="1285874" cy="816530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600" kern="1200">
              <a:latin typeface="맑은 고딕"/>
              <a:ea typeface="맑은 고딕"/>
              <a:cs typeface="+mn-cs"/>
            </a:rPr>
            <a:t>Actor</a:t>
          </a:r>
          <a:endParaRPr lang="en-US" altLang="ko-KR" sz="1600" kern="1200">
            <a:latin typeface="맑은 고딕" panose="020F0502020204030204"/>
            <a:ea typeface="맑은 고딕" panose="020B0503020000020004" pitchFamily="34" charset="-127"/>
            <a:cs typeface="+mn-cs"/>
          </a:endParaRPr>
        </a:p>
      </dsp:txBody>
      <dsp:txXfrm>
        <a:off x="1738415" y="2107568"/>
        <a:ext cx="1238044" cy="768700"/>
      </dsp:txXfrm>
    </dsp:sp>
    <dsp:sp modelId="{5363FEE0-A347-4404-A7CD-C7C013B667FC}">
      <dsp:nvSpPr>
        <dsp:cNvPr id="0" name=""/>
        <dsp:cNvSpPr/>
      </dsp:nvSpPr>
      <dsp:spPr>
        <a:xfrm>
          <a:off x="3143250" y="1947922"/>
          <a:ext cx="1285874" cy="81653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2D8E05-398E-49BC-A797-3C391DC018A9}">
      <dsp:nvSpPr>
        <dsp:cNvPr id="0" name=""/>
        <dsp:cNvSpPr/>
      </dsp:nvSpPr>
      <dsp:spPr>
        <a:xfrm>
          <a:off x="3286125" y="2083653"/>
          <a:ext cx="1285874" cy="816530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600" kern="1200" dirty="0">
              <a:latin typeface="맑은 고딕"/>
              <a:ea typeface="맑은 고딕"/>
              <a:cs typeface="+mn-cs"/>
            </a:rPr>
            <a:t>Component</a:t>
          </a:r>
        </a:p>
      </dsp:txBody>
      <dsp:txXfrm>
        <a:off x="3310040" y="2107568"/>
        <a:ext cx="1238044" cy="7687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0856C1-85E3-4A26-9E48-1F6B2977AFB7}">
      <dsp:nvSpPr>
        <dsp:cNvPr id="0" name=""/>
        <dsp:cNvSpPr/>
      </dsp:nvSpPr>
      <dsp:spPr>
        <a:xfrm>
          <a:off x="0" y="0"/>
          <a:ext cx="4572000" cy="109728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3900" kern="1200" dirty="0">
              <a:latin typeface="맑은 고딕" panose="020F0302020204030204"/>
            </a:rPr>
            <a:t>World</a:t>
          </a:r>
          <a:endParaRPr lang="ko-KR" altLang="en-US" sz="3900" kern="1200" dirty="0"/>
        </a:p>
      </dsp:txBody>
      <dsp:txXfrm>
        <a:off x="0" y="0"/>
        <a:ext cx="4572000" cy="1097280"/>
      </dsp:txXfrm>
    </dsp:sp>
    <dsp:sp modelId="{83235FD0-B7D3-48F5-9439-1D0BE7B856B7}">
      <dsp:nvSpPr>
        <dsp:cNvPr id="0" name=""/>
        <dsp:cNvSpPr/>
      </dsp:nvSpPr>
      <dsp:spPr>
        <a:xfrm>
          <a:off x="0" y="1097280"/>
          <a:ext cx="2286000" cy="230428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600" kern="1200" dirty="0" err="1">
              <a:latin typeface="맑은 고딕" panose="020F0302020204030204"/>
            </a:rPr>
            <a:t>Actor</a:t>
          </a:r>
          <a:endParaRPr lang="ko-KR" altLang="en-US" sz="2600" kern="1200" dirty="0"/>
        </a:p>
        <a:p>
          <a:pPr marL="228600" lvl="1" indent="-228600" algn="l" defTabSz="8890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000" kern="1200" dirty="0">
              <a:latin typeface="맑은 고딕" panose="020F0302020204030204"/>
            </a:rPr>
            <a:t>Component</a:t>
          </a:r>
          <a:endParaRPr lang="ko-KR" altLang="en-US" sz="2000" kern="1200" dirty="0"/>
        </a:p>
        <a:p>
          <a:pPr marL="457200" lvl="2" indent="-228600" algn="l" defTabSz="8890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2000" kern="1200" dirty="0">
              <a:latin typeface="Malgun Gothic"/>
              <a:ea typeface="Malgun Gothic"/>
            </a:rPr>
            <a:t>Component</a:t>
          </a:r>
          <a:endParaRPr lang="ko-KR" altLang="en-US" sz="2000" kern="1200" dirty="0">
            <a:latin typeface="맑은 고딕" panose="020F0302020204030204"/>
          </a:endParaRPr>
        </a:p>
        <a:p>
          <a:pPr marL="228600" lvl="1" indent="-228600" algn="l" defTabSz="8890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2000" kern="1200" dirty="0">
              <a:latin typeface="Malgun Gothic"/>
              <a:ea typeface="Malgun Gothic"/>
            </a:rPr>
            <a:t>...</a:t>
          </a:r>
        </a:p>
      </dsp:txBody>
      <dsp:txXfrm>
        <a:off x="0" y="1097280"/>
        <a:ext cx="2286000" cy="2304288"/>
      </dsp:txXfrm>
    </dsp:sp>
    <dsp:sp modelId="{5F4AA527-2073-4C78-BE99-08DBF8F5CBA9}">
      <dsp:nvSpPr>
        <dsp:cNvPr id="0" name=""/>
        <dsp:cNvSpPr/>
      </dsp:nvSpPr>
      <dsp:spPr>
        <a:xfrm>
          <a:off x="2286000" y="1097280"/>
          <a:ext cx="2286000" cy="230428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600" kern="1200" dirty="0" err="1">
              <a:latin typeface="맑은 고딕" panose="020F0302020204030204"/>
            </a:rPr>
            <a:t>Actor</a:t>
          </a:r>
          <a:endParaRPr lang="ko-KR" altLang="en-US" sz="2600" kern="1200" dirty="0">
            <a:latin typeface="맑은 고딕" panose="020F0302020204030204"/>
          </a:endParaRPr>
        </a:p>
        <a:p>
          <a:pPr marL="228600" lvl="1" indent="-228600" algn="l" defTabSz="889000" rtl="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2000" kern="1200" dirty="0">
              <a:latin typeface="Malgun Gothic"/>
              <a:ea typeface="Malgun Gothic"/>
            </a:rPr>
            <a:t>Component</a:t>
          </a:r>
          <a:endParaRPr lang="ko-KR" altLang="en-US" sz="2000" kern="1200" dirty="0">
            <a:latin typeface="Malgun Gothic"/>
          </a:endParaRPr>
        </a:p>
        <a:p>
          <a:pPr marL="457200" lvl="2" indent="-228600" algn="l" defTabSz="8890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Malgun Gothic"/>
            </a:rPr>
            <a:t>Component</a:t>
          </a:r>
          <a:endParaRPr lang="ko-KR" sz="2000" kern="1200" dirty="0">
            <a:latin typeface="Arial"/>
            <a:ea typeface="Malgun Gothic"/>
          </a:endParaRPr>
        </a:p>
        <a:p>
          <a:pPr marL="457200" lvl="2" indent="-228600" algn="l" defTabSz="8890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2000" kern="1200" dirty="0">
              <a:latin typeface="Malgun Gothic"/>
            </a:rPr>
            <a:t>...</a:t>
          </a:r>
        </a:p>
      </dsp:txBody>
      <dsp:txXfrm>
        <a:off x="2286000" y="1097280"/>
        <a:ext cx="2286000" cy="2304288"/>
      </dsp:txXfrm>
    </dsp:sp>
    <dsp:sp modelId="{A2066938-EB31-434B-96E3-C914B94D5D52}">
      <dsp:nvSpPr>
        <dsp:cNvPr id="0" name=""/>
        <dsp:cNvSpPr/>
      </dsp:nvSpPr>
      <dsp:spPr>
        <a:xfrm>
          <a:off x="0" y="3401568"/>
          <a:ext cx="4572000" cy="256032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219AB2-2BCE-471E-83A3-EA060007790A}">
      <dsp:nvSpPr>
        <dsp:cNvPr id="0" name=""/>
        <dsp:cNvSpPr/>
      </dsp:nvSpPr>
      <dsp:spPr>
        <a:xfrm>
          <a:off x="0" y="1352669"/>
          <a:ext cx="1285874" cy="81653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AB63B2-767A-4096-B476-813602BF3646}">
      <dsp:nvSpPr>
        <dsp:cNvPr id="0" name=""/>
        <dsp:cNvSpPr/>
      </dsp:nvSpPr>
      <dsp:spPr>
        <a:xfrm>
          <a:off x="142875" y="1488400"/>
          <a:ext cx="1285874" cy="816530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600" kern="1200">
              <a:latin typeface="맑은 고딕"/>
              <a:ea typeface="맑은 고딕"/>
              <a:cs typeface="+mn-cs"/>
            </a:rPr>
            <a:t>World</a:t>
          </a:r>
          <a:endParaRPr lang="en-US" altLang="ko-KR" sz="1600" kern="1200">
            <a:latin typeface="맑은 고딕" panose="020F0502020204030204"/>
            <a:ea typeface="맑은 고딕" panose="020B0503020000020004" pitchFamily="34" charset="-127"/>
            <a:cs typeface="+mn-cs"/>
          </a:endParaRPr>
        </a:p>
      </dsp:txBody>
      <dsp:txXfrm>
        <a:off x="166790" y="1512315"/>
        <a:ext cx="1238044" cy="768700"/>
      </dsp:txXfrm>
    </dsp:sp>
    <dsp:sp modelId="{797A37D7-011D-4E17-88F1-ABEB9838E978}">
      <dsp:nvSpPr>
        <dsp:cNvPr id="0" name=""/>
        <dsp:cNvSpPr/>
      </dsp:nvSpPr>
      <dsp:spPr>
        <a:xfrm>
          <a:off x="1571625" y="1352669"/>
          <a:ext cx="1285874" cy="81653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7CEC9D-F20F-46EB-B44D-86D79E2C9129}">
      <dsp:nvSpPr>
        <dsp:cNvPr id="0" name=""/>
        <dsp:cNvSpPr/>
      </dsp:nvSpPr>
      <dsp:spPr>
        <a:xfrm>
          <a:off x="1714500" y="1488400"/>
          <a:ext cx="1285874" cy="816530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600" kern="1200">
              <a:latin typeface="맑은 고딕"/>
              <a:ea typeface="맑은 고딕"/>
              <a:cs typeface="+mn-cs"/>
            </a:rPr>
            <a:t>Actor</a:t>
          </a:r>
        </a:p>
      </dsp:txBody>
      <dsp:txXfrm>
        <a:off x="1738415" y="1512315"/>
        <a:ext cx="1238044" cy="768700"/>
      </dsp:txXfrm>
    </dsp:sp>
    <dsp:sp modelId="{1EA48291-C904-4003-AE70-CA20BCE7AB74}">
      <dsp:nvSpPr>
        <dsp:cNvPr id="0" name=""/>
        <dsp:cNvSpPr/>
      </dsp:nvSpPr>
      <dsp:spPr>
        <a:xfrm>
          <a:off x="3143250" y="1352669"/>
          <a:ext cx="1285874" cy="81653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81094D-BCAC-4C00-863C-E7D0764D4A2E}">
      <dsp:nvSpPr>
        <dsp:cNvPr id="0" name=""/>
        <dsp:cNvSpPr/>
      </dsp:nvSpPr>
      <dsp:spPr>
        <a:xfrm>
          <a:off x="3286125" y="1488400"/>
          <a:ext cx="1285874" cy="816530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600" kern="1200" dirty="0">
              <a:latin typeface="맑은 고딕"/>
              <a:ea typeface="맑은 고딕"/>
              <a:cs typeface="+mn-cs"/>
            </a:rPr>
            <a:t>Component</a:t>
          </a:r>
        </a:p>
      </dsp:txBody>
      <dsp:txXfrm>
        <a:off x="3310040" y="1512315"/>
        <a:ext cx="1238044" cy="7687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0856C1-85E3-4A26-9E48-1F6B2977AFB7}">
      <dsp:nvSpPr>
        <dsp:cNvPr id="0" name=""/>
        <dsp:cNvSpPr/>
      </dsp:nvSpPr>
      <dsp:spPr>
        <a:xfrm>
          <a:off x="0" y="0"/>
          <a:ext cx="4572000" cy="109728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3900" kern="1200" dirty="0">
              <a:latin typeface="맑은 고딕" panose="020F0302020204030204"/>
            </a:rPr>
            <a:t>World</a:t>
          </a:r>
          <a:endParaRPr lang="ko-KR" altLang="en-US" sz="3900" kern="1200" dirty="0"/>
        </a:p>
      </dsp:txBody>
      <dsp:txXfrm>
        <a:off x="0" y="0"/>
        <a:ext cx="4572000" cy="1097280"/>
      </dsp:txXfrm>
    </dsp:sp>
    <dsp:sp modelId="{83235FD0-B7D3-48F5-9439-1D0BE7B856B7}">
      <dsp:nvSpPr>
        <dsp:cNvPr id="0" name=""/>
        <dsp:cNvSpPr/>
      </dsp:nvSpPr>
      <dsp:spPr>
        <a:xfrm>
          <a:off x="0" y="1097280"/>
          <a:ext cx="2286000" cy="230428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600" kern="1200" dirty="0" err="1">
              <a:latin typeface="맑은 고딕" panose="020F0302020204030204"/>
            </a:rPr>
            <a:t>Actor</a:t>
          </a:r>
          <a:endParaRPr lang="ko-KR" altLang="en-US" sz="2600" kern="1200" dirty="0"/>
        </a:p>
        <a:p>
          <a:pPr marL="228600" lvl="1" indent="-228600" algn="l" defTabSz="8890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000" kern="1200" dirty="0">
              <a:latin typeface="맑은 고딕" panose="020F0302020204030204"/>
            </a:rPr>
            <a:t>Component</a:t>
          </a:r>
          <a:endParaRPr lang="ko-KR" altLang="en-US" sz="2000" kern="1200" dirty="0"/>
        </a:p>
        <a:p>
          <a:pPr marL="457200" lvl="2" indent="-228600" algn="l" defTabSz="8890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2000" kern="1200" dirty="0">
              <a:latin typeface="Malgun Gothic"/>
              <a:ea typeface="Malgun Gothic"/>
            </a:rPr>
            <a:t>Component</a:t>
          </a:r>
          <a:endParaRPr lang="ko-KR" altLang="en-US" sz="2000" kern="1200" dirty="0">
            <a:latin typeface="맑은 고딕" panose="020F0302020204030204"/>
          </a:endParaRPr>
        </a:p>
        <a:p>
          <a:pPr marL="228600" lvl="1" indent="-228600" algn="l" defTabSz="8890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2000" kern="1200" dirty="0">
              <a:latin typeface="Malgun Gothic"/>
              <a:ea typeface="Malgun Gothic"/>
            </a:rPr>
            <a:t>...</a:t>
          </a:r>
        </a:p>
      </dsp:txBody>
      <dsp:txXfrm>
        <a:off x="0" y="1097280"/>
        <a:ext cx="2286000" cy="2304288"/>
      </dsp:txXfrm>
    </dsp:sp>
    <dsp:sp modelId="{5F4AA527-2073-4C78-BE99-08DBF8F5CBA9}">
      <dsp:nvSpPr>
        <dsp:cNvPr id="0" name=""/>
        <dsp:cNvSpPr/>
      </dsp:nvSpPr>
      <dsp:spPr>
        <a:xfrm>
          <a:off x="2286000" y="1097280"/>
          <a:ext cx="2286000" cy="230428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600" kern="1200" dirty="0" err="1">
              <a:latin typeface="맑은 고딕" panose="020F0302020204030204"/>
            </a:rPr>
            <a:t>Actor</a:t>
          </a:r>
          <a:endParaRPr lang="ko-KR" altLang="en-US" sz="2600" kern="1200" dirty="0">
            <a:latin typeface="맑은 고딕" panose="020F0302020204030204"/>
          </a:endParaRPr>
        </a:p>
        <a:p>
          <a:pPr marL="228600" lvl="1" indent="-228600" algn="l" defTabSz="889000" rtl="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2000" kern="1200" dirty="0">
              <a:latin typeface="Malgun Gothic"/>
              <a:ea typeface="Malgun Gothic"/>
            </a:rPr>
            <a:t>Component</a:t>
          </a:r>
          <a:endParaRPr lang="ko-KR" altLang="en-US" sz="2000" kern="1200" dirty="0">
            <a:latin typeface="Malgun Gothic"/>
          </a:endParaRPr>
        </a:p>
        <a:p>
          <a:pPr marL="457200" lvl="2" indent="-228600" algn="l" defTabSz="8890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Malgun Gothic"/>
            </a:rPr>
            <a:t>Component</a:t>
          </a:r>
          <a:endParaRPr lang="ko-KR" sz="2000" kern="1200" dirty="0">
            <a:latin typeface="Arial"/>
            <a:ea typeface="Malgun Gothic"/>
          </a:endParaRPr>
        </a:p>
        <a:p>
          <a:pPr marL="457200" lvl="2" indent="-228600" algn="l" defTabSz="8890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2000" kern="1200" dirty="0">
              <a:latin typeface="Malgun Gothic"/>
            </a:rPr>
            <a:t>...</a:t>
          </a:r>
        </a:p>
      </dsp:txBody>
      <dsp:txXfrm>
        <a:off x="2286000" y="1097280"/>
        <a:ext cx="2286000" cy="2304288"/>
      </dsp:txXfrm>
    </dsp:sp>
    <dsp:sp modelId="{A2066938-EB31-434B-96E3-C914B94D5D52}">
      <dsp:nvSpPr>
        <dsp:cNvPr id="0" name=""/>
        <dsp:cNvSpPr/>
      </dsp:nvSpPr>
      <dsp:spPr>
        <a:xfrm>
          <a:off x="0" y="3401568"/>
          <a:ext cx="4572000" cy="256032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DA806B-F68B-40BA-9AB6-174FB3863BA1}">
      <dsp:nvSpPr>
        <dsp:cNvPr id="0" name=""/>
        <dsp:cNvSpPr/>
      </dsp:nvSpPr>
      <dsp:spPr>
        <a:xfrm>
          <a:off x="1088966" y="405"/>
          <a:ext cx="2394067" cy="133003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100" kern="1200" dirty="0" err="1">
              <a:latin typeface="맑은 고딕" panose="020F0302020204030204"/>
            </a:rPr>
            <a:t>Unreal</a:t>
          </a:r>
          <a:r>
            <a:rPr lang="ko-KR" altLang="en-US" sz="2100" kern="1200" dirty="0">
              <a:latin typeface="맑은 고딕" panose="020F0302020204030204"/>
            </a:rPr>
            <a:t> </a:t>
          </a:r>
          <a:r>
            <a:rPr lang="ko-KR" altLang="en-US" sz="2100" kern="1200" dirty="0" err="1">
              <a:latin typeface="맑은 고딕" panose="020F0302020204030204"/>
            </a:rPr>
            <a:t>Engine</a:t>
          </a:r>
          <a:br>
            <a:rPr lang="ko-KR" altLang="en-US" sz="2100" kern="1200" dirty="0">
              <a:latin typeface="맑은 고딕" panose="020F0302020204030204"/>
            </a:rPr>
          </a:br>
          <a:r>
            <a:rPr lang="ko-KR" altLang="en-US" sz="2100" kern="1200" dirty="0">
              <a:latin typeface="맑은 고딕" panose="020F0302020204030204"/>
            </a:rPr>
            <a:t>Reflection System</a:t>
          </a:r>
          <a:endParaRPr lang="ko-KR" altLang="en-US" sz="2100" kern="1200" dirty="0"/>
        </a:p>
      </dsp:txBody>
      <dsp:txXfrm>
        <a:off x="1127921" y="39360"/>
        <a:ext cx="2316157" cy="1252127"/>
      </dsp:txXfrm>
    </dsp:sp>
    <dsp:sp modelId="{CBF8DB1B-63C0-463C-9D1A-67E19C06FC1C}">
      <dsp:nvSpPr>
        <dsp:cNvPr id="0" name=""/>
        <dsp:cNvSpPr/>
      </dsp:nvSpPr>
      <dsp:spPr>
        <a:xfrm rot="5400000">
          <a:off x="2036617" y="1363694"/>
          <a:ext cx="498764" cy="59851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700" kern="1200"/>
        </a:p>
      </dsp:txBody>
      <dsp:txXfrm rot="-5400000">
        <a:off x="2106445" y="1413570"/>
        <a:ext cx="359110" cy="349135"/>
      </dsp:txXfrm>
    </dsp:sp>
    <dsp:sp modelId="{EFB54736-592A-4AF8-BCD6-ABBBCCCA99F0}">
      <dsp:nvSpPr>
        <dsp:cNvPr id="0" name=""/>
        <dsp:cNvSpPr/>
      </dsp:nvSpPr>
      <dsp:spPr>
        <a:xfrm>
          <a:off x="1088966" y="1995462"/>
          <a:ext cx="2394067" cy="133003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100" kern="1200" dirty="0" err="1">
              <a:latin typeface="맑은 고딕" panose="020F0302020204030204"/>
            </a:rPr>
            <a:t>UObject</a:t>
          </a:r>
          <a:endParaRPr lang="ko-KR" altLang="en-US" sz="2100" kern="1200" dirty="0"/>
        </a:p>
      </dsp:txBody>
      <dsp:txXfrm>
        <a:off x="1127921" y="2034417"/>
        <a:ext cx="2316157" cy="125212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C46BEB-7284-402D-84AB-0CCCA5E2A05D}">
      <dsp:nvSpPr>
        <dsp:cNvPr id="0" name=""/>
        <dsp:cNvSpPr/>
      </dsp:nvSpPr>
      <dsp:spPr>
        <a:xfrm>
          <a:off x="1537671" y="0"/>
          <a:ext cx="1496657" cy="8314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900" kern="1200" dirty="0">
              <a:latin typeface="맑은 고딕" panose="020F0302020204030204"/>
            </a:rPr>
            <a:t>World </a:t>
          </a:r>
          <a:endParaRPr lang="ko-KR" altLang="en-US" sz="1900" kern="1200" dirty="0"/>
        </a:p>
      </dsp:txBody>
      <dsp:txXfrm>
        <a:off x="1562024" y="24353"/>
        <a:ext cx="1447951" cy="782770"/>
      </dsp:txXfrm>
    </dsp:sp>
    <dsp:sp modelId="{5807E4EF-9450-40DC-9AEA-302AF62F0947}">
      <dsp:nvSpPr>
        <dsp:cNvPr id="0" name=""/>
        <dsp:cNvSpPr/>
      </dsp:nvSpPr>
      <dsp:spPr>
        <a:xfrm rot="5400000">
          <a:off x="2130098" y="852263"/>
          <a:ext cx="311803" cy="3741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00" kern="1200"/>
        </a:p>
      </dsp:txBody>
      <dsp:txXfrm rot="-5400000">
        <a:off x="2173751" y="883444"/>
        <a:ext cx="224498" cy="218262"/>
      </dsp:txXfrm>
    </dsp:sp>
    <dsp:sp modelId="{0726B25C-23E4-4A1A-BCEB-9B4206FC7E60}">
      <dsp:nvSpPr>
        <dsp:cNvPr id="0" name=""/>
        <dsp:cNvSpPr/>
      </dsp:nvSpPr>
      <dsp:spPr>
        <a:xfrm>
          <a:off x="1537671" y="1247214"/>
          <a:ext cx="1496657" cy="8314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900" kern="1200" dirty="0" err="1">
              <a:latin typeface="맑은 고딕" panose="020F0302020204030204"/>
            </a:rPr>
            <a:t>Actor</a:t>
          </a:r>
          <a:endParaRPr lang="ko-KR" altLang="en-US" sz="1900" kern="1200" dirty="0" err="1"/>
        </a:p>
      </dsp:txBody>
      <dsp:txXfrm>
        <a:off x="1562024" y="1271567"/>
        <a:ext cx="1447951" cy="782770"/>
      </dsp:txXfrm>
    </dsp:sp>
    <dsp:sp modelId="{774AA62F-BFC7-44D2-AAE4-E9D1C70CFFEA}">
      <dsp:nvSpPr>
        <dsp:cNvPr id="0" name=""/>
        <dsp:cNvSpPr/>
      </dsp:nvSpPr>
      <dsp:spPr>
        <a:xfrm rot="5400000">
          <a:off x="2130098" y="2099478"/>
          <a:ext cx="311803" cy="3741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00" kern="1200"/>
        </a:p>
      </dsp:txBody>
      <dsp:txXfrm rot="-5400000">
        <a:off x="2173751" y="2130659"/>
        <a:ext cx="224498" cy="218262"/>
      </dsp:txXfrm>
    </dsp:sp>
    <dsp:sp modelId="{096F4D3F-722C-4DA7-AD2E-BE0F489D0336}">
      <dsp:nvSpPr>
        <dsp:cNvPr id="0" name=""/>
        <dsp:cNvSpPr/>
      </dsp:nvSpPr>
      <dsp:spPr>
        <a:xfrm>
          <a:off x="1537671" y="2494429"/>
          <a:ext cx="1496657" cy="8314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900" kern="1200" dirty="0" err="1">
              <a:latin typeface="맑은 고딕" panose="020F0302020204030204"/>
            </a:rPr>
            <a:t>Component</a:t>
          </a:r>
          <a:endParaRPr lang="ko-KR" altLang="en-US" sz="1900" kern="1200" dirty="0" err="1"/>
        </a:p>
      </dsp:txBody>
      <dsp:txXfrm>
        <a:off x="1562024" y="2518782"/>
        <a:ext cx="1447951" cy="78277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3DC316-C5F0-4AD3-8396-B864ADA8F8EE}">
      <dsp:nvSpPr>
        <dsp:cNvPr id="0" name=""/>
        <dsp:cNvSpPr/>
      </dsp:nvSpPr>
      <dsp:spPr>
        <a:xfrm>
          <a:off x="0" y="77601"/>
          <a:ext cx="1459566" cy="87573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3100" kern="1200" dirty="0" err="1">
              <a:latin typeface="맑은 고딕" panose="020F0302020204030204"/>
            </a:rPr>
            <a:t>A</a:t>
          </a:r>
          <a:endParaRPr lang="ko-KR" altLang="en-US" sz="3100" kern="1200" dirty="0" err="1"/>
        </a:p>
      </dsp:txBody>
      <dsp:txXfrm>
        <a:off x="0" y="77601"/>
        <a:ext cx="1459566" cy="875739"/>
      </dsp:txXfrm>
    </dsp:sp>
    <dsp:sp modelId="{7377C1F7-E0A4-4BBB-A8D9-E8A3B38BFC1C}">
      <dsp:nvSpPr>
        <dsp:cNvPr id="0" name=""/>
        <dsp:cNvSpPr/>
      </dsp:nvSpPr>
      <dsp:spPr>
        <a:xfrm>
          <a:off x="1605523" y="77601"/>
          <a:ext cx="1459566" cy="87573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3100" kern="1200" err="1">
              <a:latin typeface="맑은 고딕" panose="020F0302020204030204"/>
            </a:rPr>
            <a:t>B</a:t>
          </a:r>
          <a:endParaRPr lang="ko-KR" altLang="en-US" sz="3100" kern="1200" dirty="0" err="1">
            <a:latin typeface="맑은 고딕" panose="020F0302020204030204"/>
          </a:endParaRPr>
        </a:p>
      </dsp:txBody>
      <dsp:txXfrm>
        <a:off x="1605523" y="77601"/>
        <a:ext cx="1459566" cy="875739"/>
      </dsp:txXfrm>
    </dsp:sp>
    <dsp:sp modelId="{575091CB-BBA8-4990-A38A-BDD8EA1741EE}">
      <dsp:nvSpPr>
        <dsp:cNvPr id="0" name=""/>
        <dsp:cNvSpPr/>
      </dsp:nvSpPr>
      <dsp:spPr>
        <a:xfrm>
          <a:off x="3211046" y="77601"/>
          <a:ext cx="1459566" cy="87573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3100" kern="1200" dirty="0">
              <a:latin typeface="맑은 고딕" panose="020F0302020204030204"/>
            </a:rPr>
            <a:t>C</a:t>
          </a:r>
        </a:p>
      </dsp:txBody>
      <dsp:txXfrm>
        <a:off x="3211046" y="77601"/>
        <a:ext cx="1459566" cy="87573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3DC316-C5F0-4AD3-8396-B864ADA8F8EE}">
      <dsp:nvSpPr>
        <dsp:cNvPr id="0" name=""/>
        <dsp:cNvSpPr/>
      </dsp:nvSpPr>
      <dsp:spPr>
        <a:xfrm>
          <a:off x="0" y="77601"/>
          <a:ext cx="1459566" cy="87573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3100" kern="1200" dirty="0">
              <a:latin typeface="맑은 고딕" panose="020F0302020204030204"/>
            </a:rPr>
            <a:t>C</a:t>
          </a:r>
          <a:endParaRPr lang="ko-KR" altLang="en-US" sz="3100" kern="1200" dirty="0"/>
        </a:p>
      </dsp:txBody>
      <dsp:txXfrm>
        <a:off x="0" y="77601"/>
        <a:ext cx="1459566" cy="875739"/>
      </dsp:txXfrm>
    </dsp:sp>
    <dsp:sp modelId="{7377C1F7-E0A4-4BBB-A8D9-E8A3B38BFC1C}">
      <dsp:nvSpPr>
        <dsp:cNvPr id="0" name=""/>
        <dsp:cNvSpPr/>
      </dsp:nvSpPr>
      <dsp:spPr>
        <a:xfrm>
          <a:off x="1605523" y="77601"/>
          <a:ext cx="1459566" cy="87573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3100" kern="1200" dirty="0" err="1">
              <a:latin typeface="맑은 고딕" panose="020F0302020204030204"/>
            </a:rPr>
            <a:t>B</a:t>
          </a:r>
          <a:endParaRPr lang="ko-KR" altLang="en-US" sz="3100" kern="1200" dirty="0">
            <a:latin typeface="맑은 고딕" panose="020F0302020204030204"/>
          </a:endParaRPr>
        </a:p>
      </dsp:txBody>
      <dsp:txXfrm>
        <a:off x="1605523" y="77601"/>
        <a:ext cx="1459566" cy="875739"/>
      </dsp:txXfrm>
    </dsp:sp>
    <dsp:sp modelId="{A10BEFFE-41E6-4607-8043-0D5C7051E08C}">
      <dsp:nvSpPr>
        <dsp:cNvPr id="0" name=""/>
        <dsp:cNvSpPr/>
      </dsp:nvSpPr>
      <dsp:spPr>
        <a:xfrm>
          <a:off x="3211046" y="77601"/>
          <a:ext cx="1459566" cy="87573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3100" kern="1200" dirty="0">
            <a:latin typeface="맑은 고딕" panose="020F0302020204030204"/>
          </a:endParaRPr>
        </a:p>
      </dsp:txBody>
      <dsp:txXfrm>
        <a:off x="3211046" y="77601"/>
        <a:ext cx="1459566" cy="87573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21B419-EC11-4654-A85B-CB8C6E58128E}">
      <dsp:nvSpPr>
        <dsp:cNvPr id="0" name=""/>
        <dsp:cNvSpPr/>
      </dsp:nvSpPr>
      <dsp:spPr>
        <a:xfrm>
          <a:off x="3543926" y="2202230"/>
          <a:ext cx="91440" cy="41026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1026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20985F-0D89-46C9-A23F-BC1DEB8FF486}">
      <dsp:nvSpPr>
        <dsp:cNvPr id="0" name=""/>
        <dsp:cNvSpPr/>
      </dsp:nvSpPr>
      <dsp:spPr>
        <a:xfrm>
          <a:off x="2727583" y="896204"/>
          <a:ext cx="862063" cy="4102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9582"/>
              </a:lnTo>
              <a:lnTo>
                <a:pt x="862063" y="279582"/>
              </a:lnTo>
              <a:lnTo>
                <a:pt x="862063" y="41026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3DAA8D-C23B-45D2-9208-D364E9AC81D9}">
      <dsp:nvSpPr>
        <dsp:cNvPr id="0" name=""/>
        <dsp:cNvSpPr/>
      </dsp:nvSpPr>
      <dsp:spPr>
        <a:xfrm>
          <a:off x="1865519" y="896204"/>
          <a:ext cx="862063" cy="410263"/>
        </a:xfrm>
        <a:custGeom>
          <a:avLst/>
          <a:gdLst/>
          <a:ahLst/>
          <a:cxnLst/>
          <a:rect l="0" t="0" r="0" b="0"/>
          <a:pathLst>
            <a:path>
              <a:moveTo>
                <a:pt x="862063" y="0"/>
              </a:moveTo>
              <a:lnTo>
                <a:pt x="862063" y="279582"/>
              </a:lnTo>
              <a:lnTo>
                <a:pt x="0" y="279582"/>
              </a:lnTo>
              <a:lnTo>
                <a:pt x="0" y="41026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195727-6146-4F55-81B7-C4F1D2C5503D}">
      <dsp:nvSpPr>
        <dsp:cNvPr id="0" name=""/>
        <dsp:cNvSpPr/>
      </dsp:nvSpPr>
      <dsp:spPr>
        <a:xfrm>
          <a:off x="2022258" y="442"/>
          <a:ext cx="1410648" cy="8957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4B8AF9-00D1-413D-8056-F354ED42F056}">
      <dsp:nvSpPr>
        <dsp:cNvPr id="0" name=""/>
        <dsp:cNvSpPr/>
      </dsp:nvSpPr>
      <dsp:spPr>
        <a:xfrm>
          <a:off x="2178997" y="149344"/>
          <a:ext cx="1410648" cy="8957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200" kern="1200" dirty="0">
              <a:latin typeface="맑은 고딕"/>
              <a:ea typeface="맑은 고딕"/>
              <a:cs typeface="+mn-cs"/>
            </a:rPr>
            <a:t>Actor</a:t>
          </a:r>
          <a:br>
            <a:rPr lang="en-US" altLang="ko-KR" sz="1200" kern="1200" dirty="0">
              <a:latin typeface="맑은 고딕"/>
              <a:ea typeface="맑은 고딕"/>
              <a:cs typeface="+mn-cs"/>
            </a:rPr>
          </a:br>
          <a:r>
            <a:rPr lang="en-US" altLang="ko-KR" sz="1200" kern="1200" dirty="0">
              <a:latin typeface="맑은 고딕"/>
              <a:ea typeface="맑은 고딕"/>
              <a:cs typeface="+mn-cs"/>
            </a:rPr>
            <a:t>Component</a:t>
          </a:r>
        </a:p>
      </dsp:txBody>
      <dsp:txXfrm>
        <a:off x="2205233" y="175580"/>
        <a:ext cx="1358176" cy="843289"/>
      </dsp:txXfrm>
    </dsp:sp>
    <dsp:sp modelId="{DA5C54B0-E1FD-4006-ABF0-E8844F0E7C7C}">
      <dsp:nvSpPr>
        <dsp:cNvPr id="0" name=""/>
        <dsp:cNvSpPr/>
      </dsp:nvSpPr>
      <dsp:spPr>
        <a:xfrm>
          <a:off x="1160195" y="1306468"/>
          <a:ext cx="1410648" cy="8957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B6A93D-2764-4BB7-B6DF-8B588441CB3D}">
      <dsp:nvSpPr>
        <dsp:cNvPr id="0" name=""/>
        <dsp:cNvSpPr/>
      </dsp:nvSpPr>
      <dsp:spPr>
        <a:xfrm>
          <a:off x="1316934" y="1455369"/>
          <a:ext cx="1410648" cy="8957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200" kern="1200" dirty="0">
              <a:latin typeface="맑은 고딕"/>
              <a:ea typeface="맑은 고딕"/>
              <a:cs typeface="+mn-cs"/>
            </a:rPr>
            <a:t>Scene</a:t>
          </a:r>
          <a:br>
            <a:rPr lang="en-US" altLang="ko-KR" sz="1200" kern="1200" dirty="0">
              <a:latin typeface="맑은 고딕"/>
              <a:ea typeface="맑은 고딕"/>
              <a:cs typeface="+mn-cs"/>
            </a:rPr>
          </a:br>
          <a:r>
            <a:rPr lang="en-US" altLang="ko-KR" sz="1200" kern="1200" dirty="0">
              <a:latin typeface="맑은 고딕"/>
              <a:ea typeface="맑은 고딕"/>
              <a:cs typeface="+mn-cs"/>
            </a:rPr>
            <a:t>Component</a:t>
          </a:r>
          <a:endParaRPr lang="en-US" altLang="ko-KR" sz="1200" kern="1200" dirty="0" err="1">
            <a:latin typeface="맑은 고딕" panose="020F0502020204030204"/>
            <a:ea typeface="맑은 고딕" panose="020B0503020000020004" pitchFamily="34" charset="-127"/>
            <a:cs typeface="+mn-cs"/>
          </a:endParaRPr>
        </a:p>
      </dsp:txBody>
      <dsp:txXfrm>
        <a:off x="1343170" y="1481605"/>
        <a:ext cx="1358176" cy="843289"/>
      </dsp:txXfrm>
    </dsp:sp>
    <dsp:sp modelId="{A9BA7210-FA68-4039-9CB9-FAD34AB8B562}">
      <dsp:nvSpPr>
        <dsp:cNvPr id="0" name=""/>
        <dsp:cNvSpPr/>
      </dsp:nvSpPr>
      <dsp:spPr>
        <a:xfrm>
          <a:off x="2884321" y="1306468"/>
          <a:ext cx="1410648" cy="8957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442A82-CC1F-4E1F-B9CE-835C2EBDED1E}">
      <dsp:nvSpPr>
        <dsp:cNvPr id="0" name=""/>
        <dsp:cNvSpPr/>
      </dsp:nvSpPr>
      <dsp:spPr>
        <a:xfrm>
          <a:off x="3041060" y="1455369"/>
          <a:ext cx="1410648" cy="8957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200" kern="1200" dirty="0">
              <a:latin typeface="맑은 고딕"/>
              <a:ea typeface="맑은 고딕"/>
              <a:cs typeface="+mn-cs"/>
            </a:rPr>
            <a:t>Movement</a:t>
          </a:r>
          <a:br>
            <a:rPr lang="en-US" altLang="ko-KR" sz="1200" kern="1200" dirty="0">
              <a:latin typeface="맑은 고딕"/>
              <a:ea typeface="맑은 고딕"/>
              <a:cs typeface="+mn-cs"/>
            </a:rPr>
          </a:br>
          <a:r>
            <a:rPr lang="en-US" altLang="ko-KR" sz="1200" kern="1200" dirty="0">
              <a:latin typeface="맑은 고딕"/>
              <a:ea typeface="맑은 고딕"/>
              <a:cs typeface="+mn-cs"/>
            </a:rPr>
            <a:t>Component</a:t>
          </a:r>
        </a:p>
      </dsp:txBody>
      <dsp:txXfrm>
        <a:off x="3067296" y="1481605"/>
        <a:ext cx="1358176" cy="843289"/>
      </dsp:txXfrm>
    </dsp:sp>
    <dsp:sp modelId="{FF01AE0C-D880-4774-A35E-7B825D3F2DBE}">
      <dsp:nvSpPr>
        <dsp:cNvPr id="0" name=""/>
        <dsp:cNvSpPr/>
      </dsp:nvSpPr>
      <dsp:spPr>
        <a:xfrm>
          <a:off x="2884321" y="2612493"/>
          <a:ext cx="1410648" cy="8957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F54F18-2CB8-425A-89EC-ABD249357434}">
      <dsp:nvSpPr>
        <dsp:cNvPr id="0" name=""/>
        <dsp:cNvSpPr/>
      </dsp:nvSpPr>
      <dsp:spPr>
        <a:xfrm>
          <a:off x="3041060" y="2761395"/>
          <a:ext cx="1410648" cy="8957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200" kern="1200" dirty="0">
              <a:latin typeface="맑은 고딕"/>
              <a:ea typeface="맑은 고딕"/>
              <a:cs typeface="+mn-cs"/>
            </a:rPr>
            <a:t>Projectile</a:t>
          </a:r>
          <a:br>
            <a:rPr lang="en-US" altLang="ko-KR" sz="1200" kern="1200" dirty="0">
              <a:latin typeface="맑은 고딕"/>
              <a:ea typeface="맑은 고딕"/>
              <a:cs typeface="+mn-cs"/>
            </a:rPr>
          </a:br>
          <a:r>
            <a:rPr lang="en-US" altLang="ko-KR" sz="1200" kern="1200" dirty="0">
              <a:latin typeface="맑은 고딕"/>
              <a:ea typeface="맑은 고딕"/>
              <a:cs typeface="+mn-cs"/>
            </a:rPr>
            <a:t>Movement</a:t>
          </a:r>
          <a:br>
            <a:rPr lang="en-US" altLang="ko-KR" sz="1200" kern="1200" dirty="0">
              <a:latin typeface="맑은 고딕"/>
              <a:ea typeface="맑은 고딕"/>
              <a:cs typeface="+mn-cs"/>
            </a:rPr>
          </a:br>
          <a:r>
            <a:rPr lang="en-US" altLang="ko-KR" sz="1200" kern="1200" dirty="0">
              <a:latin typeface="맑은 고딕"/>
              <a:ea typeface="맑은 고딕"/>
              <a:cs typeface="+mn-cs"/>
            </a:rPr>
            <a:t>Component</a:t>
          </a:r>
          <a:endParaRPr lang="en-US" altLang="ko-KR" sz="1200" kern="1200" dirty="0" err="1">
            <a:latin typeface="맑은 고딕" panose="020F0502020204030204"/>
            <a:ea typeface="맑은 고딕" panose="020B0503020000020004" pitchFamily="34" charset="-127"/>
            <a:cs typeface="+mn-cs"/>
          </a:endParaRPr>
        </a:p>
      </dsp:txBody>
      <dsp:txXfrm>
        <a:off x="3067296" y="2787631"/>
        <a:ext cx="1358176" cy="8432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7197 11682 16383 0 0,'4'0'0'0'0,"7"0"0"0"0,5 0 0 0 0,5 0 0 0 0,4 0 0 0 0,1 0 0 0 0,2 0 0 0 0,0 0 0 0 0,-1 0 0 0 0,1 0 0 0 0,0 0 0 0 0,-1 0 0 0 0,0 0 0 0 0,0 0 0 0 0,-5 0 0 0 0,-1 0 0 0 0,0 0 0 0 0,1 0 0 0 0,1 0 0 0 0,2 0 0 0 0,1 0 0 0 0,0 0 0 0 0,1 0 0 0 0,0 0 0 0 0,0 0 0 0 0,0 0 0 0 0,0 0 0 0 0,0 0 0 0 0,-5 0 0 0 0,-1 0 0 0 0,0 0 0 0 0,1 0 0 0 0,2 0 0 0 0,0 0 0 0 0,2 0 0 0 0,0 0 0 0 0,1 0 0 0 0,0 0 0 0 0,0 0 0 0 0,0 0 0 0 0,0 0 0 0 0,0 0 0 0 0,0 0 0 0 0,0 0 0 0 0,0 0 0 0 0,0 0 0 0 0,-1 0 0 0 0,1 0 0 0 0,0 0 0 0 0,0 0 0 0 0,0 0 0 0 0,-1 0 0 0 0,1 0 0 0 0,0 0 0 0 0,0 0 0 0 0,-5 0 0 0 0,-1 0 0 0 0,0 0 0 0 0,1 0 0 0 0,1 0 0 0 0,2 0 0 0 0,1 0 0 0 0,0 0 0 0 0,1 0 0 0 0,0 0 0 0 0,0 0 0 0 0,0 0 0 0 0,-5 0 0 0 0,-1 0 0 0 0,0 0 0 0 0,2 0 0 0 0,0 0 0 0 0,2 0 0 0 0,1 0 0 0 0,0 0 0 0 0,1 0 0 0 0,0 0 0 0 0,0 0 0 0 0,0 0 0 0 0,0 0 0 0 0,0 0 0 0 0,0 0 0 0 0,-1 0 0 0 0,1 0 0 0 0,0 0 0 0 0,0 0 0 0 0,-5 0 0 0 0,-1 0 0 0 0,0 0 0 0 0,1 0 0 0 0,1 0 0 0 0,2 0 0 0 0,1 0 0 0 0,0 0 0 0 0,1 0 0 0 0,0 0 0 0 0,0 0 0 0 0,0 0 0 0 0,0 0 0 0 0,0 0 0 0 0,0 0 0 0 0,0 0 0 0 0,-1 0 0 0 0,1 0 0 0 0,0 0 0 0 0,0 0 0 0 0,0 0 0 0 0,-1 0 0 0 0,1 0 0 0 0,0 0 0 0 0,0 0 0 0 0,0 0 0 0 0,-1 0 0 0 0,1 0 0 0 0,0 0 0 0 0,0 0 0 0 0,0 0 0 0 0,-1 0 0 0 0,1 0 0 0 0,0 0 0 0 0,0 0 0 0 0,-1 0 0 0 0,1 0 0 0 0,0 0 0 0 0,0 0 0 0 0,0 0 0 0 0,-1 0 0 0 0,1 0 0 0 0,0 0 0 0 0,0 0 0 0 0,0 0 0 0 0,4 0 0 0 0,-3 0 0 0 0,-1 0 0 0 0,-2 0 0 0 0,1 0 0 0 0,-1 0 0 0 0,1 0 0 0 0,0 0 0 0 0,1 0 0 0 0,-1 0 0 0 0,1 0 0 0 0,0 0 0 0 0,0 0 0 0 0,0 0 0 0 0,-1 0 0 0 0,1 0 0 0 0,0 0 0 0 0,-5 0 0 0 0,-1 0 0 0 0,0 0 0 0 0,1 0 0 0 0,2 0 0 0 0,0 0 0 0 0,2 0 0 0 0,0 0 0 0 0,1 0 0 0 0,0 0 0 0 0,0 0 0 0 0,0 0 0 0 0,0 0 0 0 0,0 0 0 0 0,0 0 0 0 0,0 0 0 0 0,4 0 0 0 0,2 0 0 0 0,0 0 0 0 0,-2 0 0 0 0,-1 0 0 0 0,-1 0 0 0 0,-1 0 0 0 0,-1 0 0 0 0,0 0 0 0 0,0 0 0 0 0,-1 0 0 0 0,1 0 0 0 0,-1 0 0 0 0,1 0 0 0 0,0 0 0 0 0,-1 0 0 0 0,1 0 0 0 0,0 0 0 0 0,0 0 0 0 0,0 0 0 0 0,-1 0 0 0 0,1 0 0 0 0,0 0 0 0 0,0 0 0 0 0,0 0 0 0 0,-1 0 0 0 0,1 0 0 0 0,5 0 0 0 0,0 0 0 0 0,1 0 0 0 0,-2 0 0 0 0,0 0 0 0 0,-3 0 0 0 0,0 0 0 0 0,-5 0 0 0 0,-2 0 0 0 0,0 0 0 0 0,0 0 0 0 0,3 0 0 0 0,0 0 0 0 0,2 0 0 0 0,0 0 0 0 0,1 0 0 0 0,0 0 0 0 0,0 0 0 0 0,0 0 0 0 0,0 0 0 0 0,0 0 0 0 0,0 0 0 0 0,-1 0 0 0 0,1 0 0 0 0,0 0 0 0 0,0 0 0 0 0,0 0 0 0 0,-1 0 0 0 0,1 0 0 0 0,0 0 0 0 0,0 0 0 0 0,0 0 0 0 0,-1 0 0 0 0,1 0 0 0 0,0 0 0 0 0,0 0 0 0 0,0 0 0 0 0,-1 0 0 0 0,1 0 0 0 0,0 0 0 0 0,0 0 0 0 0,0 0 0 0 0,-1 0 0 0 0,1 0 0 0 0,0 0 0 0 0,0 0 0 0 0,-1 0 0 0 0,1 0 0 0 0,0 0 0 0 0,0 0 0 0 0,0 0 0 0 0,-5 0 0 0 0,-1 0 0 0 0,0 0 0 0 0,1 0 0 0 0,1 0 0 0 0,-3 0 0 0 0,0 0 0 0 0,1 0 0 0 0,1 0 0 0 0,1 0 0 0 0,2 0 0 0 0,1 0 0 0 0,1 0 0 0 0,0 0 0 0 0,0 0 0 0 0,0 0 0 0 0,0 0 0 0 0,0 0 0 0 0,0 0 0 0 0,0 0 0 0 0,0 0 0 0 0,0 0 0 0 0,-1 0 0 0 0,1 0 0 0 0,0 0 0 0 0,0 0 0 0 0,-1 0 0 0 0,6 0 0 0 0,1 0 0 0 0,-1 0 0 0 0,0 0 0 0 0,-2 0 0 0 0,-1 0 0 0 0,-1 0 0 0 0,-1 0 0 0 0,0 0 0 0 0,-1 0 0 0 0,1 0 0 0 0,-1 0 0 0 0,1 0 0 0 0,-1 0 0 0 0,-3 0 0 0 0,-3 0 0 0 0,1 0 0 0 0,1 0 0 0 0,2 0 0 0 0,1 0 0 0 0,0 0 0 0 0,2 0 0 0 0,0 0 0 0 0,0 0 0 0 0,0 0 0 0 0,0 0 0 0 0,0 0 0 0 0,0 0 0 0 0,-1 0 0 0 0,1 0 0 0 0,0 0 0 0 0,0 0 0 0 0,0 0 0 0 0,-1 0 0 0 0,1 0 0 0 0,0 0 0 0 0,0 0 0 0 0,0 0 0 0 0,-1 0 0 0 0,1 0 0 0 0,0 0 0 0 0,0 0 0 0 0,0 0 0 0 0,-1 0 0 0 0,1 0 0 0 0,0 0 0 0 0,0 0 0 0 0,0 0 0 0 0,-1 0 0 0 0,1 0 0 0 0,0 0 0 0 0,0 0 0 0 0,0 0 0 0 0,-1 0 0 0 0,1 0 0 0 0,0 0 0 0 0,0 0 0 0 0,-1 0 0 0 0,1 0 0 0 0,0 0 0 0 0,0 0 0 0 0,0 0 0 0 0,-1 0 0 0 0,1 0 0 0 0,0 0 0 0 0,0 0 0 0 0,0 0 0 0 0,-1 0 0 0 0,1 0 0 0 0,0 0 0 0 0,0 0 0 0 0,0 0 0 0 0,-1 0 0 0 0,1 0 0 0 0,-5 0 0 0 0,-1 0 0 0 0,0 0 0 0 0,1 0 0 0 0,2 0 0 0 0,1 0 0 0 0,0 0 0 0 0,2 0 0 0 0,-1 0 0 0 0,1 0 0 0 0,0 0 0 0 0,0 0 0 0 0,0 0 0 0 0,0 0 0 0 0,0 0 0 0 0,0 0 0 0 0,0 0 0 0 0,0 0 0 0 0,0 0 0 0 0,-1 0 0 0 0,1 0 0 0 0,0 0 0 0 0,0 0 0 0 0,-1 0 0 0 0,1 0 0 0 0,0 0 0 0 0,0 0 0 0 0,0 0 0 0 0,-1 0 0 0 0,1 0 0 0 0,0 0 0 0 0,0 0 0 0 0,0 0 0 0 0,-5 0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9604 19832 16383 0 0,'5'0'0'0'0,"6"0"0"0"0,5 0 0 0 0,5 0 0 0 0,3 0 0 0 0,7 0 0 0 0,-2 0 0 0 0,-1 0 0 0 0,-1 0 0 0 0,-1 0 0 0 0,1 0 0 0 0,-6 0 0 0 0,0 0 0 0 0,-1 0 0 0 0,-2 0 0 0 0,-1 0 0 0 0,2 0 0 0 0,2 0 0 0 0,2 0 0 0 0,2 0 0 0 0,1 0 0 0 0,0 0 0 0 0,-3 0 0 0 0,-2 0 0 0 0,0 0 0 0 0,2 0 0 0 0,1 0 0 0 0,5 0 0 0 0,3 0 0 0 0,0 0 0 0 0,0 0 0 0 0,-2 0 0 0 0,-1 0 0 0 0,-1 0 0 0 0,-1 0 0 0 0,0 0 0 0 0,0 0 0 0 0,0 0 0 0 0,-1 0 0 0 0,5 0 0 0 0,2 0 0 0 0,0 0 0 0 0,-2 0 0 0 0,-1 0 0 0 0,-1 0 0 0 0,-1 0 0 0 0,-1 0 0 0 0,0 0 0 0 0,-1 0 0 0 0,1 0 0 0 0,-1 0 0 0 0,1 0 0 0 0,0 0 0 0 0,-1 0 0 0 0,1 0 0 0 0,0 0 0 0 0,0 0 0 0 0,0 0 0 0 0,-1 0 0 0 0,6 0 0 0 0,1 0 0 0 0,-5 0 0 0 0,-3 0 0 0 0,-1 0 0 0 0,1 0 0 0 0,-1 0 0 0 0,1 0 0 0 0,1 0 0 0 0,0 0 0 0 0,1 0 0 0 0,-1 0 0 0 0,1 0 0 0 0,0 0 0 0 0,0 0 0 0 0,0 0 0 0 0,0 0 0 0 0,0 0 0 0 0,-1 0 0 0 0,1 0 0 0 0,0 0 0 0 0,0 0 0 0 0,0 0 0 0 0,-1 0 0 0 0,1 0 0 0 0,0 0 0 0 0,0 0 0 0 0,0 0 0 0 0,-1 0 0 0 0,1 0 0 0 0,0 0 0 0 0,0 0 0 0 0,0 0 0 0 0,-1 0 0 0 0,1 0 0 0 0,0 0 0 0 0,0 0 0 0 0,0 0 0 0 0,-1 0 0 0 0,1 0 0 0 0,0 0 0 0 0,0 0 0 0 0,4 0 0 0 0,2 0 0 0 0,-1 0 0 0 0,0 0 0 0 0,-2 0 0 0 0,-1 0 0 0 0,-1 0 0 0 0,-1 0 0 0 0,0 0 0 0 0,-1 0 0 0 0,1 0 0 0 0,-1 0 0 0 0,1 0 0 0 0,0 0 0 0 0,-5 0 0 0 0,3 0 0 0 0,2 0 0 0 0,1 0 0 0 0,0 0 0 0 0,0 0 0 0 0,0 0 0 0 0,-1 0 0 0 0,1 0 0 0 0,-1 0 0 0 0,0 0 0 0 0,-1 0 0 0 0,1 0 0 0 0,0 0 0 0 0,0 0 0 0 0,-1 0 0 0 0,1 0 0 0 0,0 0 0 0 0,0 0 0 0 0,-1 0 0 0 0,1 0 0 0 0,0 0 0 0 0,0 0 0 0 0,0 0 0 0 0,-1 0 0 0 0,1 0 0 0 0,0 0 0 0 0,0 0 0 0 0,4 0 0 0 0,2 0 0 0 0,0 0 0 0 0,-2 0 0 0 0,-1 0 0 0 0,-1 0 0 0 0,-1 0 0 0 0,-1 0 0 0 0,0 0 0 0 0,0 0 0 0 0,-1 0 0 0 0,1 0 0 0 0,-1 0 0 0 0,1 0 0 0 0,0 0 0 0 0,-1 0 0 0 0,1 0 0 0 0,0 0 0 0 0,0 0 0 0 0,-1 0 0 0 0,1 0 0 0 0,0 0 0 0 0,0 0 0 0 0,0 0 0 0 0,-1 0 0 0 0,1 0 0 0 0,0 0 0 0 0,0 0 0 0 0,0 0 0 0 0,-1 0 0 0 0,1 0 0 0 0,0 0 0 0 0,0 0 0 0 0,0 0 0 0 0,-1 0 0 0 0,1 0 0 0 0,0 0 0 0 0,0 0 0 0 0,0 0 0 0 0,-1 0 0 0 0,1 0 0 0 0,0 0 0 0 0,0 0 0 0 0,-1 0 0 0 0,1 0 0 0 0,0 0 0 0 0,0 0 0 0 0,0 0 0 0 0,-1 0 0 0 0,1 0 0 0 0,0 0 0 0 0,0 0 0 0 0,0 0 0 0 0,-1 0 0 0 0,1 0 0 0 0,-5 0 0 0 0,-1 0 0 0 0,0 0 0 0 0,1 0 0 0 0,2 0 0 0 0,1 0 0 0 0,0 0 0 0 0,2 0 0 0 0,-1 0 0 0 0,1 0 0 0 0,0 0 0 0 0,0 0 0 0 0,0 0 0 0 0,-4 0 0 0 0,-2 0 0 0 0,0 0 0 0 0,1 0 0 0 0,1 0 0 0 0,2 0 0 0 0,1 0 0 0 0,0 0 0 0 0,1 0 0 0 0,0 0 0 0 0,0 0 0 0 0,-5 0 0 0 0,-1 0 0 0 0,1 0 0 0 0,0 0 0 0 0,-3 0 0 0 0,-1 0 0 0 0,2 0 0 0 0,2 0 0 0 0,2 0 0 0 0,0 0 0 0 0,2 0 0 0 0,1 0 0 0 0,0 0 0 0 0,-4 0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10927 17477 16383 0 0,'5'0'0'0'0,"5"0"0"0"0,7 0 0 0 0,4 0 0 0 0,3 0 0 0 0,3 0 0 0 0,0 0 0 0 0,1 0 0 0 0,0 0 0 0 0,0 0 0 0 0,-1 0 0 0 0,1 0 0 0 0,-1 0 0 0 0,0 0 0 0 0,-1 0 0 0 0,1 0 0 0 0,0 0 0 0 0,0 0 0 0 0,-1 0 0 0 0,1 0 0 0 0,0 0 0 0 0,0 0 0 0 0,0 0 0 0 0,-1 0 0 0 0,1 0 0 0 0,0 0 0 0 0,0 0 0 0 0,-1 0 0 0 0,1 0 0 0 0,0 0 0 0 0,0 0 0 0 0,0 0 0 0 0,-1 0 0 0 0,1 0 0 0 0,0 0 0 0 0,0 0 0 0 0,-5 0 0 0 0,-1 0 0 0 0,0 0 0 0 0,1 0 0 0 0,1 0 0 0 0,2 0 0 0 0,1 0 0 0 0,0 0 0 0 0,1 0 0 0 0,0 0 0 0 0,0 0 0 0 0,0 0 0 0 0,0 0 0 0 0,0 0 0 0 0,0 0 0 0 0,0 0 0 0 0,0 0 0 0 0,-1 0 0 0 0,1 0 0 0 0,0 0 0 0 0,0 0 0 0 0,0 0 0 0 0,-1 0 0 0 0,1 0 0 0 0,0 0 0 0 0,0 0 0 0 0,-1 0 0 0 0,1 0 0 0 0,0 0 0 0 0,0 0 0 0 0,0 0 0 0 0,-1 0 0 0 0,1 0 0 0 0,0 0 0 0 0,0 0 0 0 0,0 0 0 0 0,-1 0 0 0 0,1 0 0 0 0,0 0 0 0 0,0 0 0 0 0,0 0 0 0 0,-1 0 0 0 0,1 0 0 0 0,0 0 0 0 0,0 0 0 0 0,0 0 0 0 0,-1 0 0 0 0,1 0 0 0 0,0 0 0 0 0,0 0 0 0 0,0 0 0 0 0,-1 0 0 0 0,1 0 0 0 0,0 0 0 0 0,0 0 0 0 0,-1 0 0 0 0,1 0 0 0 0,0 0 0 0 0,0 0 0 0 0,0 0 0 0 0,-1 0 0 0 0,1 0 0 0 0,0 0 0 0 0,0 0 0 0 0,0 0 0 0 0,-1 0 0 0 0,1 0 0 0 0,0 0 0 0 0,0 0 0 0 0,0 0 0 0 0,-1 0 0 0 0,-3 0 0 0 0,-3 0 0 0 0,1 0 0 0 0,1 0 0 0 0,2 0 0 0 0,-4 0 0 0 0,0 0 0 0 0,0 0 0 0 0,2 0 0 0 0,2 0 0 0 0,1 0 0 0 0,1 0 0 0 0,1 0 0 0 0,-5 0 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0" Type="http://schemas.openxmlformats.org/officeDocument/2006/relationships/diagramColors" Target="../diagrams/colors6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8.xml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12" Type="http://schemas.microsoft.com/office/2007/relationships/diagramDrawing" Target="../diagrams/drawing8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11" Type="http://schemas.openxmlformats.org/officeDocument/2006/relationships/diagramColors" Target="../diagrams/colors8.xml"/><Relationship Id="rId5" Type="http://schemas.openxmlformats.org/officeDocument/2006/relationships/diagramQuickStyle" Target="../diagrams/quickStyle7.xml"/><Relationship Id="rId10" Type="http://schemas.openxmlformats.org/officeDocument/2006/relationships/diagramQuickStyle" Target="../diagrams/quickStyle8.xml"/><Relationship Id="rId4" Type="http://schemas.openxmlformats.org/officeDocument/2006/relationships/diagramLayout" Target="../diagrams/layout7.xml"/><Relationship Id="rId9" Type="http://schemas.openxmlformats.org/officeDocument/2006/relationships/diagramLayout" Target="../diagrams/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diagramLayout" Target="../diagrams/layout9.xml"/><Relationship Id="rId7" Type="http://schemas.openxmlformats.org/officeDocument/2006/relationships/customXml" Target="../ink/ink3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>
                <a:ea typeface="맑은 고딕"/>
              </a:rPr>
              <a:t>1주차 과제 발표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dirty="0">
                <a:ea typeface="맑은 고딕"/>
              </a:rPr>
              <a:t>애니메이션 1실 김동근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91D4B7-209A-A5EF-673E-2A8FAA025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a typeface="맑은 고딕"/>
              </a:rPr>
              <a:t>목차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E2A5DE-3AEB-5C21-7CB9-85689DE5E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ea typeface="맑은 고딕"/>
              </a:rPr>
              <a:t>주제 및 목표</a:t>
            </a:r>
            <a:endParaRPr lang="ko-KR"/>
          </a:p>
          <a:p>
            <a:pPr>
              <a:lnSpc>
                <a:spcPct val="150000"/>
              </a:lnSpc>
            </a:pPr>
            <a:r>
              <a:rPr lang="ko-KR" altLang="en-US" dirty="0">
                <a:ea typeface="맑은 고딕"/>
              </a:rPr>
              <a:t>1주차 진행 상황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ea typeface="맑은 고딕"/>
              </a:rPr>
              <a:t>TODO 리스트</a:t>
            </a:r>
          </a:p>
        </p:txBody>
      </p:sp>
    </p:spTree>
    <p:extLst>
      <p:ext uri="{BB962C8B-B14F-4D97-AF65-F5344CB8AC3E}">
        <p14:creationId xmlns:p14="http://schemas.microsoft.com/office/powerpoint/2010/main" val="74286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D38E15-68FB-962C-F88C-A6CFE3A5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a typeface="맑은 고딕"/>
              </a:rPr>
              <a:t>주제 및 목표</a:t>
            </a:r>
            <a:endParaRPr lang="ko-KR" altLang="en-US" b="1" dirty="0"/>
          </a:p>
        </p:txBody>
      </p:sp>
      <p:pic>
        <p:nvPicPr>
          <p:cNvPr id="4" name="내용 개체 틀 3" descr="수정됨_Tom Clancy's The Division® 22020-3-6-15-44-44.jpg">
            <a:extLst>
              <a:ext uri="{FF2B5EF4-FFF2-40B4-BE49-F238E27FC236}">
                <a16:creationId xmlns:a16="http://schemas.microsoft.com/office/drawing/2014/main" id="{B86F35D2-B0FE-8E2D-AA49-12B974AA13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691154"/>
            <a:ext cx="7735712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24D1505-AA22-2C5E-0A81-DF28A91BCFB7}"/>
              </a:ext>
            </a:extLst>
          </p:cNvPr>
          <p:cNvSpPr txBox="1"/>
          <p:nvPr/>
        </p:nvSpPr>
        <p:spPr>
          <a:xfrm>
            <a:off x="4178914" y="6040621"/>
            <a:ext cx="3819645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sz="1600" b="1" err="1">
                <a:latin typeface="Arial"/>
                <a:ea typeface="+mn-lt"/>
                <a:cs typeface="+mn-lt"/>
              </a:rPr>
              <a:t>Tom</a:t>
            </a:r>
            <a:r>
              <a:rPr lang="ko-KR" sz="1600" b="1" dirty="0">
                <a:latin typeface="Arial"/>
                <a:ea typeface="+mn-lt"/>
                <a:cs typeface="+mn-lt"/>
              </a:rPr>
              <a:t> </a:t>
            </a:r>
            <a:r>
              <a:rPr lang="ko-KR" sz="1600" b="1" err="1">
                <a:latin typeface="Arial"/>
                <a:ea typeface="+mn-lt"/>
                <a:cs typeface="+mn-lt"/>
              </a:rPr>
              <a:t>Clancy's</a:t>
            </a:r>
            <a:r>
              <a:rPr lang="ko-KR" sz="1600" b="1" dirty="0">
                <a:latin typeface="Arial"/>
                <a:ea typeface="+mn-lt"/>
                <a:cs typeface="+mn-lt"/>
              </a:rPr>
              <a:t> The </a:t>
            </a:r>
            <a:r>
              <a:rPr lang="en-US" altLang="ko-KR" sz="1600" b="1" dirty="0">
                <a:latin typeface="Arial"/>
                <a:ea typeface="+mn-lt"/>
                <a:cs typeface="+mn-lt"/>
              </a:rPr>
              <a:t>Division2</a:t>
            </a:r>
          </a:p>
          <a:p>
            <a:pPr algn="ctr"/>
            <a:r>
              <a:rPr lang="en-US" altLang="ko-KR" sz="1000" b="1" err="1">
                <a:latin typeface="Arial"/>
                <a:ea typeface="맑은 고딕"/>
              </a:rPr>
              <a:t>출처:</a:t>
            </a:r>
            <a:r>
              <a:rPr lang="en-US" sz="1000" err="1">
                <a:ea typeface="+mn-lt"/>
                <a:cs typeface="+mn-lt"/>
              </a:rPr>
              <a:t>https</a:t>
            </a:r>
            <a:r>
              <a:rPr lang="en-US" sz="1000" dirty="0">
                <a:ea typeface="+mn-lt"/>
                <a:cs typeface="+mn-lt"/>
              </a:rPr>
              <a:t>://gigglehd.com/gg/game/6787062</a:t>
            </a:r>
          </a:p>
        </p:txBody>
      </p:sp>
    </p:spTree>
    <p:extLst>
      <p:ext uri="{BB962C8B-B14F-4D97-AF65-F5344CB8AC3E}">
        <p14:creationId xmlns:p14="http://schemas.microsoft.com/office/powerpoint/2010/main" val="1344143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0A644E-6731-4624-FDC2-8A8DBFF42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a typeface="맑은 고딕"/>
              </a:rPr>
              <a:t>3인칭 슈팅 게임 데모 개발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8378B6-96A9-98CC-09E5-5968C144A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dirty="0">
                <a:ea typeface="맑은 고딕"/>
              </a:rPr>
              <a:t>3인칭 캐릭터 조작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ko-KR" altLang="en-US" dirty="0">
                <a:ea typeface="맑은 고딕"/>
              </a:rPr>
              <a:t>WASD, 마우스 조작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ko-KR" altLang="en-US" dirty="0">
                <a:ea typeface="맑은 고딕"/>
              </a:rPr>
              <a:t>캐릭터 애니메이션</a:t>
            </a:r>
          </a:p>
          <a:p>
            <a:r>
              <a:rPr lang="ko-KR" altLang="en-US" dirty="0">
                <a:ea typeface="맑은 고딕"/>
              </a:rPr>
              <a:t>사격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ko-KR" altLang="en-US" dirty="0">
                <a:ea typeface="맑은 고딕"/>
              </a:rPr>
              <a:t>투사체 생성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ko-KR" altLang="en-US" dirty="0">
                <a:ea typeface="맑은 고딕"/>
              </a:rPr>
              <a:t>투사체 운동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ko-KR" altLang="en-US" dirty="0">
                <a:ea typeface="맑은 고딕"/>
              </a:rPr>
              <a:t>투사체 소멸</a:t>
            </a:r>
          </a:p>
          <a:p>
            <a:r>
              <a:rPr lang="ko-KR" altLang="en-US" dirty="0">
                <a:ea typeface="맑은 고딕"/>
              </a:rPr>
              <a:t>피격된 물체의 물리 시뮬레이션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ko-KR" altLang="en-US" dirty="0">
                <a:ea typeface="맑은 고딕"/>
              </a:rPr>
              <a:t>투사체와 상자의 충돌 -&gt; 상자가 움직이고, 넘어짐</a:t>
            </a:r>
          </a:p>
        </p:txBody>
      </p:sp>
    </p:spTree>
    <p:extLst>
      <p:ext uri="{BB962C8B-B14F-4D97-AF65-F5344CB8AC3E}">
        <p14:creationId xmlns:p14="http://schemas.microsoft.com/office/powerpoint/2010/main" val="3301791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BEAC90-1182-654D-01CC-F3C9CF107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ea typeface="+mj-lt"/>
                <a:cs typeface="+mj-lt"/>
              </a:rPr>
              <a:t>1</a:t>
            </a:r>
            <a:r>
              <a:rPr lang="ko-KR" altLang="en-US" b="1" dirty="0">
                <a:ea typeface="+mj-lt"/>
                <a:cs typeface="+mj-lt"/>
              </a:rPr>
              <a:t>주차 진행 상황</a:t>
            </a:r>
            <a:endParaRPr lang="ko-KR" altLang="en-US" dirty="0">
              <a:ea typeface="맑은 고딕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D1D56D-EAC0-7F7E-17BE-77465F581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ko-KR" dirty="0">
                <a:latin typeface="Malgun Gothic"/>
                <a:ea typeface="Malgun Gothic"/>
              </a:rPr>
              <a:t>World-</a:t>
            </a:r>
            <a:r>
              <a:rPr lang="ko-KR" dirty="0" err="1">
                <a:latin typeface="Malgun Gothic"/>
                <a:ea typeface="Malgun Gothic"/>
              </a:rPr>
              <a:t>Actor</a:t>
            </a:r>
            <a:r>
              <a:rPr lang="ko-KR" dirty="0">
                <a:latin typeface="Malgun Gothic"/>
                <a:ea typeface="Malgun Gothic"/>
              </a:rPr>
              <a:t>-</a:t>
            </a:r>
            <a:r>
              <a:rPr lang="ko-KR" dirty="0" err="1">
                <a:latin typeface="Malgun Gothic"/>
                <a:ea typeface="Malgun Gothic"/>
              </a:rPr>
              <a:t>Component</a:t>
            </a:r>
            <a:r>
              <a:rPr lang="ko-KR" dirty="0">
                <a:latin typeface="Malgun Gothic"/>
                <a:ea typeface="Malgun Gothic"/>
              </a:rPr>
              <a:t> 기반 아키텍처</a:t>
            </a:r>
            <a:endParaRPr lang="ko-KR"/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Malgun Gothic"/>
                <a:ea typeface="Malgun Gothic"/>
              </a:rPr>
              <a:t>Projectile Movement Component</a:t>
            </a:r>
            <a:endParaRPr lang="ko-KR" dirty="0">
              <a:latin typeface="Malgun Gothic"/>
              <a:ea typeface="Malgun Gothic"/>
            </a:endParaRPr>
          </a:p>
          <a:p>
            <a:pPr>
              <a:lnSpc>
                <a:spcPct val="150000"/>
              </a:lnSpc>
            </a:pPr>
            <a:endParaRPr lang="ko-KR" altLang="en-US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971728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A941D1-C7BD-5DF8-C624-6E5330585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000" b="1" dirty="0">
                <a:ea typeface="맑은 고딕"/>
              </a:rPr>
              <a:t>World-</a:t>
            </a:r>
            <a:r>
              <a:rPr lang="ko-KR" altLang="en-US" sz="4000" b="1" dirty="0" err="1">
                <a:ea typeface="맑은 고딕"/>
              </a:rPr>
              <a:t>Actor</a:t>
            </a:r>
            <a:r>
              <a:rPr lang="ko-KR" altLang="en-US" sz="4000" b="1" dirty="0">
                <a:ea typeface="맑은 고딕"/>
              </a:rPr>
              <a:t>-</a:t>
            </a:r>
            <a:r>
              <a:rPr lang="ko-KR" altLang="en-US" sz="4000" b="1" dirty="0" err="1">
                <a:ea typeface="맑은 고딕"/>
              </a:rPr>
              <a:t>Component</a:t>
            </a:r>
            <a:r>
              <a:rPr lang="ko-KR" altLang="en-US" sz="4000" b="1" dirty="0">
                <a:ea typeface="맑은 고딕"/>
              </a:rPr>
              <a:t> 기반 아키텍처</a:t>
            </a:r>
            <a:endParaRPr lang="ko-KR" altLang="en-US" sz="4000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2813DD-A474-1379-E022-646ECDA4A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dirty="0" err="1">
                <a:ea typeface="맑은 고딕"/>
              </a:rPr>
              <a:t>Unreal</a:t>
            </a:r>
            <a:r>
              <a:rPr lang="ko-KR" altLang="en-US" dirty="0">
                <a:ea typeface="맑은 고딕"/>
              </a:rPr>
              <a:t> </a:t>
            </a:r>
            <a:r>
              <a:rPr lang="ko-KR" altLang="en-US" dirty="0" err="1">
                <a:ea typeface="맑은 고딕"/>
              </a:rPr>
              <a:t>Engine의</a:t>
            </a:r>
            <a:r>
              <a:rPr lang="ko-KR" altLang="en-US" dirty="0">
                <a:ea typeface="맑은 고딕"/>
              </a:rPr>
              <a:t> 구조</a:t>
            </a:r>
            <a:endParaRPr lang="ko-KR" altLang="en-US" dirty="0"/>
          </a:p>
        </p:txBody>
      </p:sp>
      <p:graphicFrame>
        <p:nvGraphicFramePr>
          <p:cNvPr id="5" name="다이어그램 4">
            <a:extLst>
              <a:ext uri="{FF2B5EF4-FFF2-40B4-BE49-F238E27FC236}">
                <a16:creationId xmlns:a16="http://schemas.microsoft.com/office/drawing/2014/main" id="{BC3FE0CA-7732-D9AA-5FF4-8782191058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0065527"/>
              </p:ext>
            </p:extLst>
          </p:nvPr>
        </p:nvGraphicFramePr>
        <p:xfrm>
          <a:off x="833718" y="2173941"/>
          <a:ext cx="4572000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02" name="TextBox 401">
            <a:extLst>
              <a:ext uri="{FF2B5EF4-FFF2-40B4-BE49-F238E27FC236}">
                <a16:creationId xmlns:a16="http://schemas.microsoft.com/office/drawing/2014/main" id="{1A0A01B0-AF57-4F59-6FCB-B3B20AD1816E}"/>
              </a:ext>
            </a:extLst>
          </p:cNvPr>
          <p:cNvSpPr txBox="1"/>
          <p:nvPr/>
        </p:nvSpPr>
        <p:spPr>
          <a:xfrm>
            <a:off x="2294965" y="5988424"/>
            <a:ext cx="16584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dirty="0">
                <a:ea typeface="맑은 고딕"/>
              </a:rPr>
              <a:t>클래스 계층도</a:t>
            </a:r>
            <a:endParaRPr lang="ko-KR" altLang="en-US" dirty="0"/>
          </a:p>
        </p:txBody>
      </p:sp>
      <p:sp>
        <p:nvSpPr>
          <p:cNvPr id="638" name="TextBox 637">
            <a:extLst>
              <a:ext uri="{FF2B5EF4-FFF2-40B4-BE49-F238E27FC236}">
                <a16:creationId xmlns:a16="http://schemas.microsoft.com/office/drawing/2014/main" id="{4C5F5643-C442-2A39-62DD-B3F9C344BE5C}"/>
              </a:ext>
            </a:extLst>
          </p:cNvPr>
          <p:cNvSpPr txBox="1"/>
          <p:nvPr/>
        </p:nvSpPr>
        <p:spPr>
          <a:xfrm>
            <a:off x="8238565" y="5988424"/>
            <a:ext cx="16584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dirty="0">
                <a:ea typeface="맑은 고딕"/>
              </a:rPr>
              <a:t>포함 관계</a:t>
            </a:r>
          </a:p>
        </p:txBody>
      </p:sp>
      <p:graphicFrame>
        <p:nvGraphicFramePr>
          <p:cNvPr id="738" name="다이어그램 737">
            <a:extLst>
              <a:ext uri="{FF2B5EF4-FFF2-40B4-BE49-F238E27FC236}">
                <a16:creationId xmlns:a16="http://schemas.microsoft.com/office/drawing/2014/main" id="{E18637D0-D4AE-F976-9E08-3F91B45CDE6A}"/>
              </a:ext>
            </a:extLst>
          </p:cNvPr>
          <p:cNvGraphicFramePr/>
          <p:nvPr/>
        </p:nvGraphicFramePr>
        <p:xfrm>
          <a:off x="6777318" y="2182905"/>
          <a:ext cx="4572000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455133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3113B-DE0C-93E9-6AC4-F7038D20B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67768A-EC66-8086-92C9-83A812C88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000" b="1" dirty="0">
                <a:ea typeface="맑은 고딕"/>
              </a:rPr>
              <a:t>World-</a:t>
            </a:r>
            <a:r>
              <a:rPr lang="ko-KR" altLang="en-US" sz="4000" b="1" dirty="0" err="1">
                <a:ea typeface="맑은 고딕"/>
              </a:rPr>
              <a:t>Actor</a:t>
            </a:r>
            <a:r>
              <a:rPr lang="ko-KR" altLang="en-US" sz="4000" b="1" dirty="0">
                <a:ea typeface="맑은 고딕"/>
              </a:rPr>
              <a:t>-</a:t>
            </a:r>
            <a:r>
              <a:rPr lang="ko-KR" altLang="en-US" sz="4000" b="1" dirty="0" err="1">
                <a:ea typeface="맑은 고딕"/>
              </a:rPr>
              <a:t>Component</a:t>
            </a:r>
            <a:r>
              <a:rPr lang="ko-KR" altLang="en-US" sz="4000" b="1" dirty="0">
                <a:ea typeface="맑은 고딕"/>
              </a:rPr>
              <a:t> 기반 아키텍처</a:t>
            </a:r>
            <a:endParaRPr lang="ko-KR" altLang="en-US" sz="4000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2FDA0B-A9F5-2516-C612-3A71951FE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dirty="0">
                <a:ea typeface="맑은 고딕"/>
              </a:rPr>
              <a:t>구현</a:t>
            </a:r>
          </a:p>
        </p:txBody>
      </p:sp>
      <p:graphicFrame>
        <p:nvGraphicFramePr>
          <p:cNvPr id="5" name="다이어그램 4">
            <a:extLst>
              <a:ext uri="{FF2B5EF4-FFF2-40B4-BE49-F238E27FC236}">
                <a16:creationId xmlns:a16="http://schemas.microsoft.com/office/drawing/2014/main" id="{B38E2B3D-DD02-F248-1089-1843F1021355}"/>
              </a:ext>
            </a:extLst>
          </p:cNvPr>
          <p:cNvGraphicFramePr/>
          <p:nvPr/>
        </p:nvGraphicFramePr>
        <p:xfrm>
          <a:off x="833718" y="2173941"/>
          <a:ext cx="4572000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02" name="TextBox 401">
            <a:extLst>
              <a:ext uri="{FF2B5EF4-FFF2-40B4-BE49-F238E27FC236}">
                <a16:creationId xmlns:a16="http://schemas.microsoft.com/office/drawing/2014/main" id="{EAB30556-7447-9F1C-ECBF-49EBFA6F8DDE}"/>
              </a:ext>
            </a:extLst>
          </p:cNvPr>
          <p:cNvSpPr txBox="1"/>
          <p:nvPr/>
        </p:nvSpPr>
        <p:spPr>
          <a:xfrm>
            <a:off x="2294965" y="5988424"/>
            <a:ext cx="16584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dirty="0">
                <a:ea typeface="맑은 고딕"/>
              </a:rPr>
              <a:t>클래스 계층도</a:t>
            </a:r>
            <a:endParaRPr lang="ko-KR" altLang="en-US" dirty="0"/>
          </a:p>
        </p:txBody>
      </p:sp>
      <p:graphicFrame>
        <p:nvGraphicFramePr>
          <p:cNvPr id="492" name="다이어그램 491">
            <a:extLst>
              <a:ext uri="{FF2B5EF4-FFF2-40B4-BE49-F238E27FC236}">
                <a16:creationId xmlns:a16="http://schemas.microsoft.com/office/drawing/2014/main" id="{BB20D58D-60D6-5FD0-73E8-72CE0D90B296}"/>
              </a:ext>
            </a:extLst>
          </p:cNvPr>
          <p:cNvGraphicFramePr/>
          <p:nvPr/>
        </p:nvGraphicFramePr>
        <p:xfrm>
          <a:off x="6777318" y="2182905"/>
          <a:ext cx="4572000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638" name="TextBox 637">
            <a:extLst>
              <a:ext uri="{FF2B5EF4-FFF2-40B4-BE49-F238E27FC236}">
                <a16:creationId xmlns:a16="http://schemas.microsoft.com/office/drawing/2014/main" id="{A6B40DE3-907F-A1AF-A7F5-B8E571B7A4CA}"/>
              </a:ext>
            </a:extLst>
          </p:cNvPr>
          <p:cNvSpPr txBox="1"/>
          <p:nvPr/>
        </p:nvSpPr>
        <p:spPr>
          <a:xfrm>
            <a:off x="8238565" y="5988424"/>
            <a:ext cx="16584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dirty="0">
                <a:ea typeface="맑은 고딕"/>
              </a:rPr>
              <a:t>포함 관계</a:t>
            </a:r>
          </a:p>
        </p:txBody>
      </p:sp>
    </p:spTree>
    <p:extLst>
      <p:ext uri="{BB962C8B-B14F-4D97-AF65-F5344CB8AC3E}">
        <p14:creationId xmlns:p14="http://schemas.microsoft.com/office/powerpoint/2010/main" val="2430740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FE9E9-3A3B-3237-8B1C-79BEC69E9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12F3A0-0BEF-050A-7CAA-BAC58D7CD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000" b="1" dirty="0">
                <a:ea typeface="맑은 고딕"/>
              </a:rPr>
              <a:t>World-</a:t>
            </a:r>
            <a:r>
              <a:rPr lang="ko-KR" altLang="en-US" sz="4000" b="1" dirty="0" err="1">
                <a:ea typeface="맑은 고딕"/>
              </a:rPr>
              <a:t>Actor</a:t>
            </a:r>
            <a:r>
              <a:rPr lang="ko-KR" altLang="en-US" sz="4000" b="1" dirty="0">
                <a:ea typeface="맑은 고딕"/>
              </a:rPr>
              <a:t>-</a:t>
            </a:r>
            <a:r>
              <a:rPr lang="ko-KR" altLang="en-US" sz="4000" b="1" dirty="0" err="1">
                <a:ea typeface="맑은 고딕"/>
              </a:rPr>
              <a:t>Component</a:t>
            </a:r>
            <a:r>
              <a:rPr lang="ko-KR" altLang="en-US" sz="4000" b="1" dirty="0">
                <a:ea typeface="맑은 고딕"/>
              </a:rPr>
              <a:t> 기반 아키텍처</a:t>
            </a:r>
            <a:endParaRPr lang="ko-KR" altLang="en-US" sz="4000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7B46BE-6856-5D2C-CB5B-A9CC6CEBF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dirty="0">
                <a:ea typeface="맑은 고딕"/>
              </a:rPr>
              <a:t>객체의 생성과 파괴​</a:t>
            </a:r>
          </a:p>
        </p:txBody>
      </p:sp>
      <p:sp>
        <p:nvSpPr>
          <p:cNvPr id="402" name="TextBox 401">
            <a:extLst>
              <a:ext uri="{FF2B5EF4-FFF2-40B4-BE49-F238E27FC236}">
                <a16:creationId xmlns:a16="http://schemas.microsoft.com/office/drawing/2014/main" id="{1315C883-1642-9D23-920F-37EA6C39A6B5}"/>
              </a:ext>
            </a:extLst>
          </p:cNvPr>
          <p:cNvSpPr txBox="1"/>
          <p:nvPr/>
        </p:nvSpPr>
        <p:spPr>
          <a:xfrm>
            <a:off x="2294965" y="5988424"/>
            <a:ext cx="16584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dirty="0" err="1">
                <a:ea typeface="맑은 고딕"/>
              </a:rPr>
              <a:t>언리얼</a:t>
            </a:r>
            <a:r>
              <a:rPr lang="ko-KR" altLang="en-US" dirty="0">
                <a:ea typeface="맑은 고딕"/>
              </a:rPr>
              <a:t> 엔진</a:t>
            </a:r>
          </a:p>
        </p:txBody>
      </p:sp>
      <p:sp>
        <p:nvSpPr>
          <p:cNvPr id="638" name="TextBox 637">
            <a:extLst>
              <a:ext uri="{FF2B5EF4-FFF2-40B4-BE49-F238E27FC236}">
                <a16:creationId xmlns:a16="http://schemas.microsoft.com/office/drawing/2014/main" id="{D98CF73F-E8A5-19D2-57E8-403AD4E99355}"/>
              </a:ext>
            </a:extLst>
          </p:cNvPr>
          <p:cNvSpPr txBox="1"/>
          <p:nvPr/>
        </p:nvSpPr>
        <p:spPr>
          <a:xfrm>
            <a:off x="8238565" y="5988424"/>
            <a:ext cx="16584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dirty="0">
                <a:ea typeface="맑은 고딕"/>
              </a:rPr>
              <a:t>실제 구현</a:t>
            </a:r>
          </a:p>
        </p:txBody>
      </p:sp>
      <p:graphicFrame>
        <p:nvGraphicFramePr>
          <p:cNvPr id="31" name="다이어그램 30">
            <a:extLst>
              <a:ext uri="{FF2B5EF4-FFF2-40B4-BE49-F238E27FC236}">
                <a16:creationId xmlns:a16="http://schemas.microsoft.com/office/drawing/2014/main" id="{54D2AA51-2CC5-2952-38C3-44BBE8E374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0884163"/>
              </p:ext>
            </p:extLst>
          </p:nvPr>
        </p:nvGraphicFramePr>
        <p:xfrm>
          <a:off x="842682" y="2335306"/>
          <a:ext cx="4572000" cy="33259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05" name="다이어그램 604">
            <a:extLst>
              <a:ext uri="{FF2B5EF4-FFF2-40B4-BE49-F238E27FC236}">
                <a16:creationId xmlns:a16="http://schemas.microsoft.com/office/drawing/2014/main" id="{BA4F2DB1-D608-E5A0-0A15-6121D720C2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18357885"/>
              </p:ext>
            </p:extLst>
          </p:nvPr>
        </p:nvGraphicFramePr>
        <p:xfrm>
          <a:off x="6777318" y="2335306"/>
          <a:ext cx="4572000" cy="33259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725132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62DBF-9A10-0102-B17E-84EEA612C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EA3946-447A-F770-045E-4E9951C96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000" b="1" dirty="0">
                <a:ea typeface="맑은 고딕"/>
              </a:rPr>
              <a:t>World-</a:t>
            </a:r>
            <a:r>
              <a:rPr lang="ko-KR" altLang="en-US" sz="4000" b="1" dirty="0" err="1">
                <a:ea typeface="맑은 고딕"/>
              </a:rPr>
              <a:t>Actor</a:t>
            </a:r>
            <a:r>
              <a:rPr lang="ko-KR" altLang="en-US" sz="4000" b="1" dirty="0">
                <a:ea typeface="맑은 고딕"/>
              </a:rPr>
              <a:t>-</a:t>
            </a:r>
            <a:r>
              <a:rPr lang="ko-KR" altLang="en-US" sz="4000" b="1" dirty="0" err="1">
                <a:ea typeface="맑은 고딕"/>
              </a:rPr>
              <a:t>Component</a:t>
            </a:r>
            <a:r>
              <a:rPr lang="ko-KR" altLang="en-US" sz="4000" b="1" dirty="0">
                <a:ea typeface="맑은 고딕"/>
              </a:rPr>
              <a:t> 기반 아키텍처</a:t>
            </a:r>
            <a:endParaRPr lang="ko-KR" altLang="en-US" sz="4000" b="1" dirty="0"/>
          </a:p>
        </p:txBody>
      </p:sp>
      <p:pic>
        <p:nvPicPr>
          <p:cNvPr id="24" name="그림 2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2BDF951-1AAF-4060-8A0E-88B363775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403" y="1710943"/>
            <a:ext cx="8212841" cy="442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569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39E26-9848-AE2C-8FBD-76F096BD2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B6DEAD-11D1-71FF-9B86-12B926012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000" b="1" dirty="0">
                <a:ea typeface="맑은 고딕"/>
              </a:rPr>
              <a:t>World-</a:t>
            </a:r>
            <a:r>
              <a:rPr lang="ko-KR" altLang="en-US" sz="4000" b="1" dirty="0" err="1">
                <a:ea typeface="맑은 고딕"/>
              </a:rPr>
              <a:t>Actor</a:t>
            </a:r>
            <a:r>
              <a:rPr lang="ko-KR" altLang="en-US" sz="4000" b="1" dirty="0">
                <a:ea typeface="맑은 고딕"/>
              </a:rPr>
              <a:t>-</a:t>
            </a:r>
            <a:r>
              <a:rPr lang="ko-KR" altLang="en-US" sz="4000" b="1" dirty="0" err="1">
                <a:ea typeface="맑은 고딕"/>
              </a:rPr>
              <a:t>Component</a:t>
            </a:r>
            <a:r>
              <a:rPr lang="ko-KR" altLang="en-US" sz="4000" b="1" dirty="0">
                <a:ea typeface="맑은 고딕"/>
              </a:rPr>
              <a:t> 기반 아키텍처</a:t>
            </a:r>
            <a:endParaRPr lang="ko-KR" altLang="en-US" sz="4000" b="1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52A94A3-7305-FA6F-AE11-100B6B9EF75D}"/>
              </a:ext>
            </a:extLst>
          </p:cNvPr>
          <p:cNvGrpSpPr/>
          <p:nvPr/>
        </p:nvGrpSpPr>
        <p:grpSpPr>
          <a:xfrm>
            <a:off x="1255612" y="2305050"/>
            <a:ext cx="4838700" cy="2247900"/>
            <a:chOff x="1091638" y="1832417"/>
            <a:chExt cx="4838700" cy="2247900"/>
          </a:xfrm>
        </p:grpSpPr>
        <p:pic>
          <p:nvPicPr>
            <p:cNvPr id="13" name="그림 12" descr="텍스트, 스크린샷, 폰트, 라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9E3D66B-3EC3-F007-5D82-5617ABDD68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1638" y="1832417"/>
              <a:ext cx="4838700" cy="2247900"/>
            </a:xfrm>
            <a:prstGeom prst="rect">
              <a:avLst/>
            </a:prstGeom>
          </p:spPr>
        </p:pic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4E46283B-03E9-E3E7-6EE8-77312842BFF9}"/>
                    </a:ext>
                  </a:extLst>
                </p14:cNvPr>
                <p14:cNvContentPartPr/>
                <p14:nvPr/>
              </p14:nvContentPartPr>
              <p14:xfrm>
                <a:off x="2035214" y="3506570"/>
                <a:ext cx="3538851" cy="9645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4E46283B-03E9-E3E7-6EE8-77312842BFF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017576" y="3024320"/>
                  <a:ext cx="3574488" cy="9645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9B2C8003-E3D9-A08A-7B05-2009BBF88397}"/>
              </a:ext>
            </a:extLst>
          </p:cNvPr>
          <p:cNvSpPr txBox="1"/>
          <p:nvPr/>
        </p:nvSpPr>
        <p:spPr>
          <a:xfrm>
            <a:off x="6096454" y="3239890"/>
            <a:ext cx="511464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 err="1">
                <a:ea typeface="맑은 고딕"/>
              </a:rPr>
              <a:t>DestroyActor</a:t>
            </a:r>
            <a:r>
              <a:rPr lang="ko-KR" altLang="en-US" dirty="0">
                <a:ea typeface="맑은 고딕"/>
              </a:rPr>
              <a:t> </a:t>
            </a:r>
            <a:r>
              <a:rPr lang="ko-KR" altLang="en-US" dirty="0" err="1">
                <a:ea typeface="맑은 고딕"/>
              </a:rPr>
              <a:t>호출시</a:t>
            </a:r>
            <a:r>
              <a:rPr lang="ko-KR" altLang="en-US" dirty="0">
                <a:ea typeface="맑은 고딕"/>
              </a:rPr>
              <a:t> </a:t>
            </a:r>
            <a:r>
              <a:rPr lang="ko-KR" altLang="en-US" b="1" dirty="0" err="1">
                <a:ea typeface="맑은 고딕"/>
              </a:rPr>
              <a:t>DestroyQueue</a:t>
            </a:r>
            <a:r>
              <a:rPr lang="ko-KR" altLang="en-US" dirty="0" err="1">
                <a:ea typeface="맑은 고딕"/>
              </a:rPr>
              <a:t>에</a:t>
            </a:r>
            <a:r>
              <a:rPr lang="ko-KR" altLang="en-US" b="1" dirty="0">
                <a:ea typeface="맑은 고딕"/>
              </a:rPr>
              <a:t> 삽입</a:t>
            </a:r>
          </a:p>
        </p:txBody>
      </p:sp>
    </p:spTree>
    <p:extLst>
      <p:ext uri="{BB962C8B-B14F-4D97-AF65-F5344CB8AC3E}">
        <p14:creationId xmlns:p14="http://schemas.microsoft.com/office/powerpoint/2010/main" val="17712909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05166-4309-9B96-9743-92A04EB38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F200CB-A1D0-A599-C00D-C9C6EE05F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000" b="1" dirty="0">
                <a:ea typeface="맑은 고딕"/>
              </a:rPr>
              <a:t>World-</a:t>
            </a:r>
            <a:r>
              <a:rPr lang="ko-KR" altLang="en-US" sz="4000" b="1" dirty="0" err="1">
                <a:ea typeface="맑은 고딕"/>
              </a:rPr>
              <a:t>Actor</a:t>
            </a:r>
            <a:r>
              <a:rPr lang="ko-KR" altLang="en-US" sz="4000" b="1" dirty="0">
                <a:ea typeface="맑은 고딕"/>
              </a:rPr>
              <a:t>-</a:t>
            </a:r>
            <a:r>
              <a:rPr lang="ko-KR" altLang="en-US" sz="4000" b="1" dirty="0" err="1">
                <a:ea typeface="맑은 고딕"/>
              </a:rPr>
              <a:t>Component</a:t>
            </a:r>
            <a:r>
              <a:rPr lang="ko-KR" altLang="en-US" sz="4000" b="1" dirty="0">
                <a:ea typeface="맑은 고딕"/>
              </a:rPr>
              <a:t> 기반 아키텍처</a:t>
            </a:r>
            <a:endParaRPr lang="ko-KR" altLang="en-US" sz="4000" b="1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DD9D02E-24A5-28E7-1173-046AC86116A6}"/>
              </a:ext>
            </a:extLst>
          </p:cNvPr>
          <p:cNvGrpSpPr/>
          <p:nvPr/>
        </p:nvGrpSpPr>
        <p:grpSpPr>
          <a:xfrm>
            <a:off x="833862" y="1693140"/>
            <a:ext cx="6426723" cy="4772508"/>
            <a:chOff x="2877815" y="1684175"/>
            <a:chExt cx="6426723" cy="4772508"/>
          </a:xfrm>
        </p:grpSpPr>
        <p:pic>
          <p:nvPicPr>
            <p:cNvPr id="5" name="그림 4" descr="텍스트, 스크린샷, 폰트, 번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C2C09353-CA86-E814-C0E7-89E4C90153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77815" y="1684175"/>
              <a:ext cx="6426723" cy="4772508"/>
            </a:xfrm>
            <a:prstGeom prst="rect">
              <a:avLst/>
            </a:prstGeom>
          </p:spPr>
        </p:pic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90C1BF1C-F551-206E-E549-860C9082F36B}"/>
                    </a:ext>
                  </a:extLst>
                </p14:cNvPr>
                <p14:cNvContentPartPr/>
                <p14:nvPr/>
              </p14:nvContentPartPr>
              <p14:xfrm>
                <a:off x="3183037" y="6371304"/>
                <a:ext cx="2226661" cy="9645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90C1BF1C-F551-206E-E549-860C9082F36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165039" y="5898699"/>
                  <a:ext cx="2262296" cy="9645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11AA00D-0EAF-96CC-2CC8-E39C6A70F7D0}"/>
              </a:ext>
            </a:extLst>
          </p:cNvPr>
          <p:cNvSpPr/>
          <p:nvPr/>
        </p:nvSpPr>
        <p:spPr>
          <a:xfrm>
            <a:off x="1129553" y="2598855"/>
            <a:ext cx="6131857" cy="3317054"/>
          </a:xfrm>
          <a:prstGeom prst="rect">
            <a:avLst/>
          </a:prstGeom>
          <a:noFill/>
          <a:ln w="5715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F6AB63-C4D5-203C-A7F0-36DEB3BB3713}"/>
              </a:ext>
            </a:extLst>
          </p:cNvPr>
          <p:cNvSpPr txBox="1"/>
          <p:nvPr/>
        </p:nvSpPr>
        <p:spPr>
          <a:xfrm>
            <a:off x="7257220" y="2603283"/>
            <a:ext cx="45904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 err="1">
                <a:ea typeface="맑은 고딕"/>
              </a:rPr>
              <a:t>DestroyActor</a:t>
            </a:r>
            <a:r>
              <a:rPr lang="ko-KR" altLang="en-US" dirty="0">
                <a:ea typeface="맑은 고딕"/>
              </a:rPr>
              <a:t> 호출 예상 타이밍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70697A-0B9C-E7D8-C29F-9DAE0F6BF9A5}"/>
              </a:ext>
            </a:extLst>
          </p:cNvPr>
          <p:cNvSpPr txBox="1"/>
          <p:nvPr/>
        </p:nvSpPr>
        <p:spPr>
          <a:xfrm>
            <a:off x="3434275" y="6094979"/>
            <a:ext cx="493138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 err="1">
                <a:ea typeface="맑은 고딕"/>
              </a:rPr>
              <a:t>Actor를</a:t>
            </a:r>
            <a:r>
              <a:rPr lang="ko-KR" altLang="en-US" dirty="0">
                <a:ea typeface="맑은 고딕"/>
              </a:rPr>
              <a:t> 파괴하는 함수</a:t>
            </a:r>
          </a:p>
        </p:txBody>
      </p:sp>
    </p:spTree>
    <p:extLst>
      <p:ext uri="{BB962C8B-B14F-4D97-AF65-F5344CB8AC3E}">
        <p14:creationId xmlns:p14="http://schemas.microsoft.com/office/powerpoint/2010/main" val="210711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F8E98-A293-0728-E7B4-FDEDBA1E5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8C2453-D3F6-64EA-BF8C-5F89A38AA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000" b="1" dirty="0">
                <a:ea typeface="맑은 고딕"/>
              </a:rPr>
              <a:t>World-</a:t>
            </a:r>
            <a:r>
              <a:rPr lang="ko-KR" altLang="en-US" sz="4000" b="1" dirty="0" err="1">
                <a:ea typeface="맑은 고딕"/>
              </a:rPr>
              <a:t>Actor</a:t>
            </a:r>
            <a:r>
              <a:rPr lang="ko-KR" altLang="en-US" sz="4000" b="1" dirty="0">
                <a:ea typeface="맑은 고딕"/>
              </a:rPr>
              <a:t>-</a:t>
            </a:r>
            <a:r>
              <a:rPr lang="ko-KR" altLang="en-US" sz="4000" b="1" dirty="0" err="1">
                <a:ea typeface="맑은 고딕"/>
              </a:rPr>
              <a:t>Component</a:t>
            </a:r>
            <a:r>
              <a:rPr lang="ko-KR" altLang="en-US" sz="4000" b="1" dirty="0">
                <a:ea typeface="맑은 고딕"/>
              </a:rPr>
              <a:t> 기반 아키텍처</a:t>
            </a:r>
            <a:endParaRPr lang="ko-KR" altLang="en-US" sz="4000" b="1" dirty="0"/>
          </a:p>
        </p:txBody>
      </p:sp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154F025-D709-7BD5-BA54-08B86DE90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755" y="2055591"/>
            <a:ext cx="5305425" cy="39814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B0173A3-2ABF-1A98-CF01-BB5672940AAA}"/>
              </a:ext>
            </a:extLst>
          </p:cNvPr>
          <p:cNvSpPr txBox="1"/>
          <p:nvPr/>
        </p:nvSpPr>
        <p:spPr>
          <a:xfrm>
            <a:off x="7008394" y="2055394"/>
            <a:ext cx="434139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b="1" dirty="0" err="1">
                <a:ea typeface="맑은 고딕"/>
              </a:rPr>
              <a:t>RemoveAndSwap</a:t>
            </a:r>
            <a:r>
              <a:rPr lang="ko-KR" altLang="en-US" dirty="0">
                <a:ea typeface="맑은 고딕"/>
              </a:rPr>
              <a:t> 방식으로 </a:t>
            </a:r>
            <a:r>
              <a:rPr lang="ko-KR" altLang="en-US" dirty="0" err="1">
                <a:ea typeface="맑은 고딕"/>
              </a:rPr>
              <a:t>액터를</a:t>
            </a:r>
            <a:r>
              <a:rPr lang="ko-KR" altLang="en-US" dirty="0">
                <a:ea typeface="맑은 고딕"/>
              </a:rPr>
              <a:t> </a:t>
            </a:r>
            <a:endParaRPr lang="ko-KR">
              <a:ea typeface="맑은 고딕" panose="020B0503020000020004" pitchFamily="34" charset="-127"/>
            </a:endParaRPr>
          </a:p>
          <a:p>
            <a:r>
              <a:rPr lang="ko-KR" altLang="en-US" dirty="0">
                <a:ea typeface="맑은 고딕"/>
              </a:rPr>
              <a:t>파괴</a:t>
            </a:r>
          </a:p>
          <a:p>
            <a:r>
              <a:rPr lang="ko-KR" altLang="en-US" dirty="0">
                <a:ea typeface="맑은 고딕"/>
              </a:rPr>
              <a:t>배열의 요소를 </a:t>
            </a:r>
            <a:r>
              <a:rPr lang="ko-KR" altLang="en-US" dirty="0" err="1">
                <a:ea typeface="맑은 고딕"/>
              </a:rPr>
              <a:t>Shift하는</a:t>
            </a:r>
            <a:r>
              <a:rPr lang="ko-KR" altLang="en-US" dirty="0">
                <a:ea typeface="맑은 고딕"/>
              </a:rPr>
              <a:t> 오버헤드 단축</a:t>
            </a:r>
            <a:br>
              <a:rPr lang="ko-KR" altLang="en-US" dirty="0">
                <a:ea typeface="맑은 고딕"/>
              </a:rPr>
            </a:br>
            <a:r>
              <a:rPr lang="ko-KR" altLang="en-US" dirty="0" err="1">
                <a:ea typeface="맑은 고딕"/>
              </a:rPr>
              <a:t>But</a:t>
            </a:r>
            <a:r>
              <a:rPr lang="ko-KR" altLang="en-US" dirty="0">
                <a:ea typeface="맑은 고딕"/>
              </a:rPr>
              <a:t>, 순서를 장담할 수 없음​</a:t>
            </a:r>
          </a:p>
        </p:txBody>
      </p:sp>
      <p:graphicFrame>
        <p:nvGraphicFramePr>
          <p:cNvPr id="7" name="다이어그램 6">
            <a:extLst>
              <a:ext uri="{FF2B5EF4-FFF2-40B4-BE49-F238E27FC236}">
                <a16:creationId xmlns:a16="http://schemas.microsoft.com/office/drawing/2014/main" id="{3A0D175F-88CE-DCBC-AA61-07126B773B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3976486"/>
              </p:ext>
            </p:extLst>
          </p:nvPr>
        </p:nvGraphicFramePr>
        <p:xfrm>
          <a:off x="6840071" y="3249704"/>
          <a:ext cx="4670613" cy="10309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16" name="다이어그램 115">
            <a:extLst>
              <a:ext uri="{FF2B5EF4-FFF2-40B4-BE49-F238E27FC236}">
                <a16:creationId xmlns:a16="http://schemas.microsoft.com/office/drawing/2014/main" id="{5A2C83AE-A1D0-B606-3218-93D42C0613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6119266"/>
              </p:ext>
            </p:extLst>
          </p:nvPr>
        </p:nvGraphicFramePr>
        <p:xfrm>
          <a:off x="6840071" y="4827493"/>
          <a:ext cx="4670613" cy="10309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160" name="TextBox 159">
            <a:extLst>
              <a:ext uri="{FF2B5EF4-FFF2-40B4-BE49-F238E27FC236}">
                <a16:creationId xmlns:a16="http://schemas.microsoft.com/office/drawing/2014/main" id="{BA28B3D0-B58D-102E-D8DE-59F07DBDD0B7}"/>
              </a:ext>
            </a:extLst>
          </p:cNvPr>
          <p:cNvSpPr txBox="1"/>
          <p:nvPr/>
        </p:nvSpPr>
        <p:spPr>
          <a:xfrm>
            <a:off x="7100047" y="4276164"/>
            <a:ext cx="86061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b="1" dirty="0">
                <a:ea typeface="맑은 고딕"/>
              </a:rPr>
              <a:t>삭제</a:t>
            </a:r>
            <a:endParaRPr lang="ko-KR" altLang="en-US"/>
          </a:p>
        </p:txBody>
      </p:sp>
      <p:sp>
        <p:nvSpPr>
          <p:cNvPr id="169" name="화살표: U자형 168">
            <a:extLst>
              <a:ext uri="{FF2B5EF4-FFF2-40B4-BE49-F238E27FC236}">
                <a16:creationId xmlns:a16="http://schemas.microsoft.com/office/drawing/2014/main" id="{FCFCD0FA-D382-EBED-42F6-22AEAA1317DB}"/>
              </a:ext>
            </a:extLst>
          </p:cNvPr>
          <p:cNvSpPr/>
          <p:nvPr/>
        </p:nvSpPr>
        <p:spPr>
          <a:xfrm rot="10800000">
            <a:off x="7439527" y="5855368"/>
            <a:ext cx="3398920" cy="360948"/>
          </a:xfrm>
          <a:prstGeom prst="uturn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1346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DF5D5-E3A5-0050-128E-06FECE6EB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6B8C67-579E-AB49-55DF-15A1774A3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000" b="1" dirty="0">
                <a:ea typeface="맑은 고딕"/>
              </a:rPr>
              <a:t>World-</a:t>
            </a:r>
            <a:r>
              <a:rPr lang="ko-KR" altLang="en-US" sz="4000" b="1" dirty="0" err="1">
                <a:ea typeface="맑은 고딕"/>
              </a:rPr>
              <a:t>Actor</a:t>
            </a:r>
            <a:r>
              <a:rPr lang="ko-KR" altLang="en-US" sz="4000" b="1" dirty="0">
                <a:ea typeface="맑은 고딕"/>
              </a:rPr>
              <a:t>-</a:t>
            </a:r>
            <a:r>
              <a:rPr lang="ko-KR" altLang="en-US" sz="4000" b="1" dirty="0" err="1">
                <a:ea typeface="맑은 고딕"/>
              </a:rPr>
              <a:t>Component</a:t>
            </a:r>
            <a:r>
              <a:rPr lang="ko-KR" altLang="en-US" sz="4000" b="1" dirty="0">
                <a:ea typeface="맑은 고딕"/>
              </a:rPr>
              <a:t> 기반 아키텍처</a:t>
            </a:r>
            <a:endParaRPr lang="ko-KR" altLang="en-US" sz="4000" b="1" dirty="0"/>
          </a:p>
        </p:txBody>
      </p:sp>
      <p:pic>
        <p:nvPicPr>
          <p:cNvPr id="22" name="그림 21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B8CB6B1-4AC9-85E5-BA0C-C29270F7D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558" y="1973523"/>
            <a:ext cx="6219825" cy="1171575"/>
          </a:xfrm>
          <a:prstGeom prst="rect">
            <a:avLst/>
          </a:prstGeom>
        </p:spPr>
      </p:pic>
      <p:pic>
        <p:nvPicPr>
          <p:cNvPr id="23" name="그림 22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68B104F-F7DE-E292-59BB-686A802E0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909" y="4050476"/>
            <a:ext cx="7105650" cy="141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2028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52381-8CDD-7D8A-55C3-671DCF59C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80C621-1583-B246-E392-D602BC75A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000" b="1" dirty="0" err="1">
                <a:ea typeface="맑은 고딕"/>
              </a:rPr>
              <a:t>Projectile</a:t>
            </a:r>
            <a:r>
              <a:rPr lang="ko-KR" altLang="en-US" sz="4000" b="1" dirty="0">
                <a:ea typeface="맑은 고딕"/>
              </a:rPr>
              <a:t> </a:t>
            </a:r>
            <a:r>
              <a:rPr lang="ko-KR" altLang="en-US" sz="4000" b="1" dirty="0" err="1">
                <a:ea typeface="맑은 고딕"/>
              </a:rPr>
              <a:t>Movement</a:t>
            </a:r>
            <a:r>
              <a:rPr lang="ko-KR" altLang="en-US" sz="4000" b="1" dirty="0">
                <a:ea typeface="맑은 고딕"/>
              </a:rPr>
              <a:t> </a:t>
            </a:r>
            <a:r>
              <a:rPr lang="ko-KR" altLang="en-US" sz="4000" b="1" dirty="0" err="1">
                <a:ea typeface="맑은 고딕"/>
              </a:rPr>
              <a:t>Component</a:t>
            </a:r>
          </a:p>
        </p:txBody>
      </p:sp>
      <p:graphicFrame>
        <p:nvGraphicFramePr>
          <p:cNvPr id="3" name="다이어그램 2">
            <a:extLst>
              <a:ext uri="{FF2B5EF4-FFF2-40B4-BE49-F238E27FC236}">
                <a16:creationId xmlns:a16="http://schemas.microsoft.com/office/drawing/2014/main" id="{97667AC2-1897-8360-AA1A-0EAA991101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00590699"/>
              </p:ext>
            </p:extLst>
          </p:nvPr>
        </p:nvGraphicFramePr>
        <p:xfrm>
          <a:off x="484095" y="2048435"/>
          <a:ext cx="5611905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82" name="잉크 981">
                <a:extLst>
                  <a:ext uri="{FF2B5EF4-FFF2-40B4-BE49-F238E27FC236}">
                    <a16:creationId xmlns:a16="http://schemas.microsoft.com/office/drawing/2014/main" id="{FEEE6729-E161-8016-0E8D-B9BD9C451BFF}"/>
                  </a:ext>
                </a:extLst>
              </p14:cNvPr>
              <p14:cNvContentPartPr/>
              <p14:nvPr/>
            </p14:nvContentPartPr>
            <p14:xfrm>
              <a:off x="3665316" y="5512849"/>
              <a:ext cx="1117352" cy="9645"/>
            </p14:xfrm>
          </p:contentPart>
        </mc:Choice>
        <mc:Fallback>
          <p:pic>
            <p:nvPicPr>
              <p:cNvPr id="982" name="잉크 981">
                <a:extLst>
                  <a:ext uri="{FF2B5EF4-FFF2-40B4-BE49-F238E27FC236}">
                    <a16:creationId xmlns:a16="http://schemas.microsoft.com/office/drawing/2014/main" id="{FEEE6729-E161-8016-0E8D-B9BD9C451BF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647323" y="5040244"/>
                <a:ext cx="1152978" cy="964500"/>
              </a:xfrm>
              <a:prstGeom prst="rect">
                <a:avLst/>
              </a:prstGeom>
            </p:spPr>
          </p:pic>
        </mc:Fallback>
      </mc:AlternateContent>
      <p:sp>
        <p:nvSpPr>
          <p:cNvPr id="984" name="TextBox 983">
            <a:extLst>
              <a:ext uri="{FF2B5EF4-FFF2-40B4-BE49-F238E27FC236}">
                <a16:creationId xmlns:a16="http://schemas.microsoft.com/office/drawing/2014/main" id="{A7CEADC2-4001-7710-302A-BB870E15F17E}"/>
              </a:ext>
            </a:extLst>
          </p:cNvPr>
          <p:cNvSpPr txBox="1"/>
          <p:nvPr/>
        </p:nvSpPr>
        <p:spPr>
          <a:xfrm>
            <a:off x="6530050" y="3694253"/>
            <a:ext cx="482278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>
                <a:ea typeface="맑은 고딕"/>
              </a:rPr>
              <a:t>투사체를 </a:t>
            </a:r>
            <a:r>
              <a:rPr lang="ko-KR" altLang="en-US" dirty="0" err="1">
                <a:ea typeface="맑은 고딕"/>
              </a:rPr>
              <a:t>Component형태로</a:t>
            </a:r>
            <a:r>
              <a:rPr lang="ko-KR" altLang="en-US" dirty="0">
                <a:ea typeface="맑은 고딕"/>
              </a:rPr>
              <a:t> 구현(</a:t>
            </a:r>
            <a:r>
              <a:rPr lang="ko-KR" altLang="en-US" dirty="0" err="1">
                <a:ea typeface="맑은 고딕"/>
              </a:rPr>
              <a:t>UE와</a:t>
            </a:r>
            <a:r>
              <a:rPr lang="ko-KR" altLang="en-US" dirty="0">
                <a:ea typeface="맑은 고딕"/>
              </a:rPr>
              <a:t> 동일)</a:t>
            </a:r>
          </a:p>
        </p:txBody>
      </p:sp>
    </p:spTree>
    <p:extLst>
      <p:ext uri="{BB962C8B-B14F-4D97-AF65-F5344CB8AC3E}">
        <p14:creationId xmlns:p14="http://schemas.microsoft.com/office/powerpoint/2010/main" val="2622382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72307-CBDB-61D6-8DCD-8D5F48DDE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5DD2BA-744C-1DCB-23D7-4C9BC9CCD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000" b="1" dirty="0" err="1">
                <a:ea typeface="맑은 고딕"/>
              </a:rPr>
              <a:t>Projectile</a:t>
            </a:r>
            <a:r>
              <a:rPr lang="ko-KR" altLang="en-US" sz="4000" b="1" dirty="0">
                <a:ea typeface="맑은 고딕"/>
              </a:rPr>
              <a:t> </a:t>
            </a:r>
            <a:r>
              <a:rPr lang="ko-KR" altLang="en-US" sz="4000" b="1" dirty="0" err="1">
                <a:ea typeface="맑은 고딕"/>
              </a:rPr>
              <a:t>Movement</a:t>
            </a:r>
            <a:r>
              <a:rPr lang="ko-KR" altLang="en-US" sz="4000" b="1" dirty="0">
                <a:ea typeface="맑은 고딕"/>
              </a:rPr>
              <a:t> </a:t>
            </a:r>
            <a:r>
              <a:rPr lang="ko-KR" altLang="en-US" sz="4000" b="1" dirty="0" err="1">
                <a:ea typeface="맑은 고딕"/>
              </a:rPr>
              <a:t>Component</a:t>
            </a: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212DB30B-6A64-75A2-0876-A3F72CDA5E48}"/>
              </a:ext>
            </a:extLst>
          </p:cNvPr>
          <p:cNvGrpSpPr/>
          <p:nvPr/>
        </p:nvGrpSpPr>
        <p:grpSpPr>
          <a:xfrm>
            <a:off x="684834" y="1687974"/>
            <a:ext cx="1263570" cy="1285662"/>
            <a:chOff x="704125" y="1350379"/>
            <a:chExt cx="1263570" cy="1285662"/>
          </a:xfrm>
        </p:grpSpPr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483AFF74-C066-3E52-5554-422A7D8D749D}"/>
                </a:ext>
              </a:extLst>
            </p:cNvPr>
            <p:cNvCxnSpPr/>
            <p:nvPr/>
          </p:nvCxnSpPr>
          <p:spPr>
            <a:xfrm>
              <a:off x="887392" y="1687974"/>
              <a:ext cx="0" cy="781291"/>
            </a:xfrm>
            <a:prstGeom prst="straightConnector1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화살표 연결선 30">
              <a:extLst>
                <a:ext uri="{FF2B5EF4-FFF2-40B4-BE49-F238E27FC236}">
                  <a16:creationId xmlns:a16="http://schemas.microsoft.com/office/drawing/2014/main" id="{B7E11203-A466-C4E8-A6B4-49DCEB795EC4}"/>
                </a:ext>
              </a:extLst>
            </p:cNvPr>
            <p:cNvCxnSpPr>
              <a:cxnSpLocks/>
            </p:cNvCxnSpPr>
            <p:nvPr/>
          </p:nvCxnSpPr>
          <p:spPr>
            <a:xfrm>
              <a:off x="887391" y="2469264"/>
              <a:ext cx="713772" cy="1"/>
            </a:xfrm>
            <a:prstGeom prst="straightConnector1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8759A17-2CEA-5391-3214-6B4280475ACE}"/>
                </a:ext>
              </a:extLst>
            </p:cNvPr>
            <p:cNvSpPr txBox="1"/>
            <p:nvPr/>
          </p:nvSpPr>
          <p:spPr>
            <a:xfrm>
              <a:off x="1601164" y="2266709"/>
              <a:ext cx="366531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ko-KR" altLang="en-US" dirty="0" err="1">
                  <a:ea typeface="맑은 고딕"/>
                </a:rPr>
                <a:t>X</a:t>
              </a:r>
              <a:endParaRPr lang="ko-KR" altLang="en-US" dirty="0" err="1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16BDD73-2DD0-0EE0-1B58-0C53FE9A95C4}"/>
                </a:ext>
              </a:extLst>
            </p:cNvPr>
            <p:cNvSpPr txBox="1"/>
            <p:nvPr/>
          </p:nvSpPr>
          <p:spPr>
            <a:xfrm>
              <a:off x="704125" y="1350379"/>
              <a:ext cx="366531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ko-KR" altLang="en-US" dirty="0" err="1">
                  <a:ea typeface="맑은 고딕"/>
                </a:rPr>
                <a:t>Y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016F9431-777F-519D-EF3A-0018B55A00F0}"/>
              </a:ext>
            </a:extLst>
          </p:cNvPr>
          <p:cNvSpPr txBox="1"/>
          <p:nvPr/>
        </p:nvSpPr>
        <p:spPr>
          <a:xfrm>
            <a:off x="453342" y="2970835"/>
            <a:ext cx="171690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>
                <a:ea typeface="맑은 고딕"/>
              </a:rPr>
              <a:t>글로벌 좌표계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AD284D7-2A3C-F145-FD14-11C711B1839E}"/>
              </a:ext>
            </a:extLst>
          </p:cNvPr>
          <p:cNvSpPr txBox="1"/>
          <p:nvPr/>
        </p:nvSpPr>
        <p:spPr>
          <a:xfrm>
            <a:off x="2295644" y="1716911"/>
            <a:ext cx="244997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 err="1">
                <a:ea typeface="맑은 고딕"/>
              </a:rPr>
              <a:t>Velocity</a:t>
            </a:r>
            <a:r>
              <a:rPr lang="ko-KR" altLang="en-US" dirty="0">
                <a:ea typeface="맑은 고딕"/>
              </a:rPr>
              <a:t> = (0, 1, 0)</a:t>
            </a:r>
            <a:endParaRPr lang="ko-KR" alt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9568EB-8E9E-3E25-CA9D-13BF1D4FE457}"/>
              </a:ext>
            </a:extLst>
          </p:cNvPr>
          <p:cNvSpPr txBox="1"/>
          <p:nvPr/>
        </p:nvSpPr>
        <p:spPr>
          <a:xfrm>
            <a:off x="2295643" y="5237544"/>
            <a:ext cx="244997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dirty="0">
                <a:ea typeface="맑은 고딕"/>
              </a:rPr>
              <a:t>회전 = (0, 0, 0)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68ABFC32-2B12-4160-8B65-78994E7BEADD}"/>
              </a:ext>
            </a:extLst>
          </p:cNvPr>
          <p:cNvGrpSpPr/>
          <p:nvPr/>
        </p:nvGrpSpPr>
        <p:grpSpPr>
          <a:xfrm>
            <a:off x="2295645" y="3433822"/>
            <a:ext cx="2305290" cy="1591519"/>
            <a:chOff x="2295645" y="3433822"/>
            <a:chExt cx="2305290" cy="1591519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FD11C329-52D8-BD65-3A02-073B018DCD27}"/>
                </a:ext>
              </a:extLst>
            </p:cNvPr>
            <p:cNvSpPr/>
            <p:nvPr/>
          </p:nvSpPr>
          <p:spPr>
            <a:xfrm>
              <a:off x="2980481" y="3993265"/>
              <a:ext cx="1070658" cy="103207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45DEDFF6-5403-ABEE-D4DC-9D4724A0EC92}"/>
                </a:ext>
              </a:extLst>
            </p:cNvPr>
            <p:cNvGrpSpPr/>
            <p:nvPr/>
          </p:nvGrpSpPr>
          <p:grpSpPr>
            <a:xfrm>
              <a:off x="3337365" y="3433822"/>
              <a:ext cx="1263570" cy="1285662"/>
              <a:chOff x="704125" y="1350379"/>
              <a:chExt cx="1263570" cy="1285662"/>
            </a:xfrm>
          </p:grpSpPr>
          <p:cxnSp>
            <p:nvCxnSpPr>
              <p:cNvPr id="39" name="직선 화살표 연결선 38">
                <a:extLst>
                  <a:ext uri="{FF2B5EF4-FFF2-40B4-BE49-F238E27FC236}">
                    <a16:creationId xmlns:a16="http://schemas.microsoft.com/office/drawing/2014/main" id="{CF0C6C23-F975-D95E-BC44-075E005934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7392" y="1687974"/>
                <a:ext cx="0" cy="781291"/>
              </a:xfrm>
              <a:prstGeom prst="straightConnector1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직선 화살표 연결선 39">
                <a:extLst>
                  <a:ext uri="{FF2B5EF4-FFF2-40B4-BE49-F238E27FC236}">
                    <a16:creationId xmlns:a16="http://schemas.microsoft.com/office/drawing/2014/main" id="{FBB8E526-2CC4-0B47-634E-B6C999FBC5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7391" y="2469264"/>
                <a:ext cx="713772" cy="1"/>
              </a:xfrm>
              <a:prstGeom prst="straightConnector1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DAC3FBA-706B-0F40-7434-469CC57887D9}"/>
                  </a:ext>
                </a:extLst>
              </p:cNvPr>
              <p:cNvSpPr txBox="1"/>
              <p:nvPr/>
            </p:nvSpPr>
            <p:spPr>
              <a:xfrm>
                <a:off x="1601164" y="2266709"/>
                <a:ext cx="366531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ko-KR" altLang="en-US" dirty="0" err="1">
                    <a:ea typeface="맑은 고딕"/>
                  </a:rPr>
                  <a:t>X</a:t>
                </a:r>
                <a:endParaRPr lang="ko-KR" altLang="en-US" dirty="0" err="1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7B1E2DC-913D-90B2-1EDD-A8A7868FC82E}"/>
                  </a:ext>
                </a:extLst>
              </p:cNvPr>
              <p:cNvSpPr txBox="1"/>
              <p:nvPr/>
            </p:nvSpPr>
            <p:spPr>
              <a:xfrm>
                <a:off x="704125" y="1350379"/>
                <a:ext cx="366531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ko-KR" altLang="en-US" dirty="0" err="1">
                    <a:ea typeface="맑은 고딕"/>
                  </a:rPr>
                  <a:t>Y</a:t>
                </a:r>
              </a:p>
            </p:txBody>
          </p:sp>
        </p:grpSp>
        <p:sp>
          <p:nvSpPr>
            <p:cNvPr id="45" name="화살표: 위쪽 44">
              <a:extLst>
                <a:ext uri="{FF2B5EF4-FFF2-40B4-BE49-F238E27FC236}">
                  <a16:creationId xmlns:a16="http://schemas.microsoft.com/office/drawing/2014/main" id="{C1E784BB-EF6C-AC70-3579-FCAED3E71E50}"/>
                </a:ext>
              </a:extLst>
            </p:cNvPr>
            <p:cNvSpPr/>
            <p:nvPr/>
          </p:nvSpPr>
          <p:spPr>
            <a:xfrm>
              <a:off x="2295645" y="3646026"/>
              <a:ext cx="559442" cy="1379315"/>
            </a:xfrm>
            <a:prstGeom prst="up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ea typeface="맑은 고딕"/>
                </a:rPr>
                <a:t>운동방향</a:t>
              </a: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B02B55F0-81C1-475E-CCDF-1C04EC7E3379}"/>
              </a:ext>
            </a:extLst>
          </p:cNvPr>
          <p:cNvGrpSpPr/>
          <p:nvPr/>
        </p:nvGrpSpPr>
        <p:grpSpPr>
          <a:xfrm rot="5400000">
            <a:off x="7406396" y="3338767"/>
            <a:ext cx="2306691" cy="1590119"/>
            <a:chOff x="2295645" y="3435222"/>
            <a:chExt cx="2306691" cy="1590119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B9F4E3D6-84FF-A98F-DA47-C838D9E28859}"/>
                </a:ext>
              </a:extLst>
            </p:cNvPr>
            <p:cNvSpPr/>
            <p:nvPr/>
          </p:nvSpPr>
          <p:spPr>
            <a:xfrm>
              <a:off x="2980481" y="3993265"/>
              <a:ext cx="1070658" cy="103207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71326F22-EE4E-3897-E624-B67C87028AC8}"/>
                </a:ext>
              </a:extLst>
            </p:cNvPr>
            <p:cNvGrpSpPr/>
            <p:nvPr/>
          </p:nvGrpSpPr>
          <p:grpSpPr>
            <a:xfrm>
              <a:off x="3335966" y="3435222"/>
              <a:ext cx="1266370" cy="1282861"/>
              <a:chOff x="702726" y="1351779"/>
              <a:chExt cx="1266370" cy="1282861"/>
            </a:xfrm>
          </p:grpSpPr>
          <p:cxnSp>
            <p:nvCxnSpPr>
              <p:cNvPr id="51" name="직선 화살표 연결선 50">
                <a:extLst>
                  <a:ext uri="{FF2B5EF4-FFF2-40B4-BE49-F238E27FC236}">
                    <a16:creationId xmlns:a16="http://schemas.microsoft.com/office/drawing/2014/main" id="{94094F5C-38C4-6DC3-BDB6-5E3A2A1DA7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7392" y="1687974"/>
                <a:ext cx="0" cy="781291"/>
              </a:xfrm>
              <a:prstGeom prst="straightConnector1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직선 화살표 연결선 51">
                <a:extLst>
                  <a:ext uri="{FF2B5EF4-FFF2-40B4-BE49-F238E27FC236}">
                    <a16:creationId xmlns:a16="http://schemas.microsoft.com/office/drawing/2014/main" id="{29AA8B05-7465-29D2-950C-F2DF4DF418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7391" y="2469264"/>
                <a:ext cx="713772" cy="1"/>
              </a:xfrm>
              <a:prstGeom prst="straightConnector1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F52AF57-CB5D-03B4-D10D-1A0D81D495F7}"/>
                  </a:ext>
                </a:extLst>
              </p:cNvPr>
              <p:cNvSpPr txBox="1"/>
              <p:nvPr/>
            </p:nvSpPr>
            <p:spPr>
              <a:xfrm rot="16200000">
                <a:off x="1601164" y="2266709"/>
                <a:ext cx="366531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ko-KR" altLang="en-US" dirty="0" err="1">
                    <a:ea typeface="맑은 고딕"/>
                  </a:rPr>
                  <a:t>X</a:t>
                </a:r>
                <a:endParaRPr lang="ko-KR" altLang="en-US" dirty="0" err="1"/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BE2786F-619D-B9A6-EC37-D8ACC56700D0}"/>
                  </a:ext>
                </a:extLst>
              </p:cNvPr>
              <p:cNvSpPr txBox="1"/>
              <p:nvPr/>
            </p:nvSpPr>
            <p:spPr>
              <a:xfrm rot="16200000">
                <a:off x="704126" y="1350379"/>
                <a:ext cx="366531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ko-KR" altLang="en-US" dirty="0" err="1">
                    <a:ea typeface="맑은 고딕"/>
                  </a:rPr>
                  <a:t>Y</a:t>
                </a:r>
              </a:p>
            </p:txBody>
          </p:sp>
        </p:grpSp>
        <p:sp>
          <p:nvSpPr>
            <p:cNvPr id="50" name="화살표: 위쪽 49">
              <a:extLst>
                <a:ext uri="{FF2B5EF4-FFF2-40B4-BE49-F238E27FC236}">
                  <a16:creationId xmlns:a16="http://schemas.microsoft.com/office/drawing/2014/main" id="{58BABD0C-0CE8-8CED-561E-4811E0B0B563}"/>
                </a:ext>
              </a:extLst>
            </p:cNvPr>
            <p:cNvSpPr/>
            <p:nvPr/>
          </p:nvSpPr>
          <p:spPr>
            <a:xfrm>
              <a:off x="2295645" y="3646026"/>
              <a:ext cx="559442" cy="1379315"/>
            </a:xfrm>
            <a:prstGeom prst="up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ko-KR" altLang="en-US" dirty="0">
                <a:ea typeface="맑은 고딕"/>
              </a:endParaRP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EB6065E7-2521-7410-ADCA-F5480F6A46D8}"/>
              </a:ext>
            </a:extLst>
          </p:cNvPr>
          <p:cNvSpPr txBox="1"/>
          <p:nvPr/>
        </p:nvSpPr>
        <p:spPr>
          <a:xfrm>
            <a:off x="7764682" y="3067291"/>
            <a:ext cx="111888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dirty="0">
                <a:solidFill>
                  <a:srgbClr val="FFFFFF"/>
                </a:solidFill>
                <a:ea typeface="맑은 고딕"/>
              </a:rPr>
              <a:t>운동방향</a:t>
            </a:r>
            <a:endParaRPr lang="ko-KR" altLang="en-US" dirty="0">
              <a:solidFill>
                <a:srgbClr val="FFFFFF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4A1383E-2002-4915-8ABE-3FEFC0490CA8}"/>
              </a:ext>
            </a:extLst>
          </p:cNvPr>
          <p:cNvSpPr txBox="1"/>
          <p:nvPr/>
        </p:nvSpPr>
        <p:spPr>
          <a:xfrm>
            <a:off x="7099136" y="5237543"/>
            <a:ext cx="244997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dirty="0">
                <a:ea typeface="맑은 고딕"/>
              </a:rPr>
              <a:t>회전 = (0, 0, 90)</a:t>
            </a:r>
          </a:p>
        </p:txBody>
      </p:sp>
    </p:spTree>
    <p:extLst>
      <p:ext uri="{BB962C8B-B14F-4D97-AF65-F5344CB8AC3E}">
        <p14:creationId xmlns:p14="http://schemas.microsoft.com/office/powerpoint/2010/main" val="985376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13D32-48B0-C5A5-C12B-AAD488FDE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48B560-700F-DAC5-4EDB-64B32212E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000" b="1" dirty="0" err="1">
                <a:ea typeface="맑은 고딕"/>
              </a:rPr>
              <a:t>Projectile</a:t>
            </a:r>
            <a:r>
              <a:rPr lang="ko-KR" altLang="en-US" sz="4000" b="1" dirty="0">
                <a:ea typeface="맑은 고딕"/>
              </a:rPr>
              <a:t> </a:t>
            </a:r>
            <a:r>
              <a:rPr lang="ko-KR" altLang="en-US" sz="4000" b="1" dirty="0" err="1">
                <a:ea typeface="맑은 고딕"/>
              </a:rPr>
              <a:t>Movement</a:t>
            </a:r>
            <a:r>
              <a:rPr lang="ko-KR" altLang="en-US" sz="4000" b="1" dirty="0">
                <a:ea typeface="맑은 고딕"/>
              </a:rPr>
              <a:t> </a:t>
            </a:r>
            <a:r>
              <a:rPr lang="ko-KR" altLang="en-US" sz="4000" b="1" dirty="0" err="1">
                <a:ea typeface="맑은 고딕"/>
              </a:rPr>
              <a:t>Component</a:t>
            </a:r>
          </a:p>
        </p:txBody>
      </p:sp>
      <p:pic>
        <p:nvPicPr>
          <p:cNvPr id="3" name="그림 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D82BE63-0C89-EF97-8844-ACCF8FE69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959" y="1724025"/>
            <a:ext cx="9705975" cy="34099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4FBEF6-5767-D3BE-1AB7-32F1E64D11C1}"/>
              </a:ext>
            </a:extLst>
          </p:cNvPr>
          <p:cNvSpPr txBox="1"/>
          <p:nvPr/>
        </p:nvSpPr>
        <p:spPr>
          <a:xfrm>
            <a:off x="3682576" y="5365855"/>
            <a:ext cx="482278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>
                <a:ea typeface="맑은 고딕"/>
              </a:rPr>
              <a:t>현재 </a:t>
            </a:r>
            <a:r>
              <a:rPr lang="ko-KR" altLang="en-US" dirty="0" err="1">
                <a:ea typeface="맑은 고딕"/>
              </a:rPr>
              <a:t>Velocity와</a:t>
            </a:r>
            <a:r>
              <a:rPr lang="ko-KR" altLang="en-US" dirty="0">
                <a:ea typeface="맑은 고딕"/>
              </a:rPr>
              <a:t> </a:t>
            </a:r>
            <a:r>
              <a:rPr lang="ko-KR" altLang="en-US" dirty="0" err="1">
                <a:ea typeface="맑은 고딕"/>
              </a:rPr>
              <a:t>Owner의</a:t>
            </a:r>
            <a:r>
              <a:rPr lang="ko-KR" altLang="en-US" dirty="0">
                <a:ea typeface="맑은 고딕"/>
              </a:rPr>
              <a:t> </a:t>
            </a:r>
            <a:r>
              <a:rPr lang="ko-KR" altLang="en-US" dirty="0" err="1">
                <a:ea typeface="맑은 고딕"/>
              </a:rPr>
              <a:t>Rotation에</a:t>
            </a:r>
            <a:r>
              <a:rPr lang="ko-KR" altLang="en-US" dirty="0">
                <a:ea typeface="맑은 고딕"/>
              </a:rPr>
              <a:t> 따라 </a:t>
            </a:r>
            <a:r>
              <a:rPr lang="ko-KR" altLang="en-US" dirty="0" err="1">
                <a:ea typeface="맑은 고딕"/>
              </a:rPr>
              <a:t>Owner를</a:t>
            </a:r>
            <a:r>
              <a:rPr lang="ko-KR" altLang="en-US" dirty="0">
                <a:ea typeface="맑은 고딕"/>
              </a:rPr>
              <a:t> 운동하도록 구현</a:t>
            </a:r>
          </a:p>
          <a:p>
            <a:r>
              <a:rPr lang="ko-KR" altLang="en-US" dirty="0">
                <a:ea typeface="맑은 고딕"/>
              </a:rPr>
              <a:t>(</a:t>
            </a:r>
            <a:r>
              <a:rPr lang="ko-KR" altLang="en-US" dirty="0" err="1">
                <a:ea typeface="맑은 고딕"/>
              </a:rPr>
              <a:t>Owner</a:t>
            </a:r>
            <a:r>
              <a:rPr lang="ko-KR" altLang="en-US" dirty="0">
                <a:ea typeface="맑은 고딕"/>
              </a:rPr>
              <a:t>: </a:t>
            </a:r>
            <a:r>
              <a:rPr lang="ko-KR" altLang="en-US" dirty="0" err="1">
                <a:ea typeface="맑은 고딕"/>
              </a:rPr>
              <a:t>Component를</a:t>
            </a:r>
            <a:r>
              <a:rPr lang="ko-KR" altLang="en-US" dirty="0">
                <a:ea typeface="맑은 고딕"/>
              </a:rPr>
              <a:t> 소유한 </a:t>
            </a:r>
            <a:r>
              <a:rPr lang="ko-KR" altLang="en-US" dirty="0" err="1">
                <a:ea typeface="맑은 고딕"/>
              </a:rPr>
              <a:t>액터</a:t>
            </a:r>
            <a:r>
              <a:rPr lang="ko-KR" altLang="en-US" dirty="0">
                <a:ea typeface="맑은 고딕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42055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5C504-ACFF-BCFB-2957-1BA95304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D7D2FC-39CD-6276-EE8D-DEFBF9FF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000" b="1" dirty="0" err="1">
                <a:ea typeface="맑은 고딕"/>
              </a:rPr>
              <a:t>Projectile</a:t>
            </a:r>
            <a:r>
              <a:rPr lang="ko-KR" altLang="en-US" sz="4000" b="1" dirty="0">
                <a:ea typeface="맑은 고딕"/>
              </a:rPr>
              <a:t> </a:t>
            </a:r>
            <a:r>
              <a:rPr lang="ko-KR" altLang="en-US" sz="4000" b="1" dirty="0" err="1">
                <a:ea typeface="맑은 고딕"/>
              </a:rPr>
              <a:t>Movement</a:t>
            </a:r>
            <a:r>
              <a:rPr lang="ko-KR" altLang="en-US" sz="4000" b="1" dirty="0">
                <a:ea typeface="맑은 고딕"/>
              </a:rPr>
              <a:t> </a:t>
            </a:r>
            <a:r>
              <a:rPr lang="ko-KR" altLang="en-US" sz="4000" b="1" dirty="0" err="1">
                <a:ea typeface="맑은 고딕"/>
              </a:rPr>
              <a:t>Component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D81AEA-409D-6815-8741-86759F70FBB8}"/>
              </a:ext>
            </a:extLst>
          </p:cNvPr>
          <p:cNvSpPr txBox="1"/>
          <p:nvPr/>
        </p:nvSpPr>
        <p:spPr>
          <a:xfrm>
            <a:off x="3682576" y="5365855"/>
            <a:ext cx="482278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>
                <a:ea typeface="맑은 고딕"/>
              </a:rPr>
              <a:t>투사체가 설정된 수명 이후에 파괴되는 로직 </a:t>
            </a:r>
          </a:p>
        </p:txBody>
      </p:sp>
      <p:pic>
        <p:nvPicPr>
          <p:cNvPr id="6" name="그림 5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9581530-C9AE-60B9-D2DC-9CD880D5F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3" y="1698458"/>
            <a:ext cx="7839075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1257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A65CC-1B7E-AAE6-AE33-9202261B7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B42488-FBA4-8F41-7151-769EE61CF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000" b="1" dirty="0" err="1">
                <a:ea typeface="맑은 고딕"/>
              </a:rPr>
              <a:t>Projectile</a:t>
            </a:r>
            <a:r>
              <a:rPr lang="ko-KR" altLang="en-US" sz="4000" b="1" dirty="0">
                <a:ea typeface="맑은 고딕"/>
              </a:rPr>
              <a:t> </a:t>
            </a:r>
            <a:r>
              <a:rPr lang="ko-KR" altLang="en-US" sz="4000" b="1" dirty="0" err="1">
                <a:ea typeface="맑은 고딕"/>
              </a:rPr>
              <a:t>Movement</a:t>
            </a:r>
            <a:r>
              <a:rPr lang="ko-KR" altLang="en-US" sz="4000" b="1" dirty="0">
                <a:ea typeface="맑은 고딕"/>
              </a:rPr>
              <a:t> </a:t>
            </a:r>
            <a:r>
              <a:rPr lang="ko-KR" altLang="en-US" sz="4000" b="1" dirty="0" err="1">
                <a:ea typeface="맑은 고딕"/>
              </a:rPr>
              <a:t>Component</a:t>
            </a:r>
          </a:p>
        </p:txBody>
      </p:sp>
      <p:pic>
        <p:nvPicPr>
          <p:cNvPr id="3" name="WE    fps_ 5346.000000   mspf_ 0.187056TotalTime_ 42.000034ElapsedTime_41.000000 2026-01-09 15-33-42">
            <a:hlinkClick r:id="" action="ppaction://media"/>
            <a:extLst>
              <a:ext uri="{FF2B5EF4-FFF2-40B4-BE49-F238E27FC236}">
                <a16:creationId xmlns:a16="http://schemas.microsoft.com/office/drawing/2014/main" id="{800DC5E9-B101-B8A4-B627-EABBEC3CE00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000491" y="1688939"/>
            <a:ext cx="8191018" cy="4608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342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7E1E30-8E55-96A2-16ED-CFF696A83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sz="4000" b="1" dirty="0">
                <a:latin typeface="Malgun Gothic"/>
                <a:ea typeface="Malgun Gothic"/>
              </a:rPr>
              <a:t>TODO 리스트</a:t>
            </a:r>
            <a:endParaRPr lang="ko-KR" sz="4000" dirty="0">
              <a:latin typeface="Malgun Gothic"/>
              <a:ea typeface="Malgun Gothic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B13B13-2B89-062A-B08D-EDBC563EA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dirty="0" err="1">
                <a:ea typeface="맑은 고딕"/>
              </a:rPr>
              <a:t>Projectile에</a:t>
            </a:r>
            <a:r>
              <a:rPr lang="ko-KR" altLang="en-US" dirty="0">
                <a:ea typeface="맑은 고딕"/>
              </a:rPr>
              <a:t> </a:t>
            </a:r>
            <a:r>
              <a:rPr lang="ko-KR" dirty="0">
                <a:latin typeface="Malgun Gothic"/>
                <a:ea typeface="Malgun Gothic"/>
              </a:rPr>
              <a:t>가속도</a:t>
            </a:r>
            <a:r>
              <a:rPr lang="en-US" altLang="ko-KR" dirty="0">
                <a:latin typeface="Malgun Gothic"/>
                <a:ea typeface="Malgun Gothic"/>
              </a:rPr>
              <a:t>,</a:t>
            </a:r>
            <a:r>
              <a:rPr lang="ko-KR" dirty="0">
                <a:latin typeface="Malgun Gothic"/>
                <a:ea typeface="Malgun Gothic"/>
              </a:rPr>
              <a:t> </a:t>
            </a:r>
            <a:r>
              <a:rPr lang="ko-KR" altLang="en-US" dirty="0">
                <a:ea typeface="맑은 고딕"/>
              </a:rPr>
              <a:t>중력 기능 추가. (+ </a:t>
            </a:r>
            <a:r>
              <a:rPr lang="ko-KR" altLang="en-US" dirty="0" err="1">
                <a:ea typeface="맑은 고딕"/>
              </a:rPr>
              <a:t>호밍</a:t>
            </a:r>
            <a:r>
              <a:rPr lang="ko-KR" altLang="en-US" dirty="0">
                <a:ea typeface="맑은 고딕"/>
              </a:rPr>
              <a:t>)</a:t>
            </a:r>
          </a:p>
          <a:p>
            <a:r>
              <a:rPr lang="ko-KR" dirty="0" err="1">
                <a:latin typeface="Malgun Gothic"/>
                <a:ea typeface="Malgun Gothic"/>
              </a:rPr>
              <a:t>fbx</a:t>
            </a:r>
            <a:r>
              <a:rPr lang="ko-KR" dirty="0">
                <a:latin typeface="Malgun Gothic"/>
                <a:ea typeface="Malgun Gothic"/>
              </a:rPr>
              <a:t> 파일 </a:t>
            </a:r>
            <a:r>
              <a:rPr lang="ko-KR" dirty="0" err="1">
                <a:latin typeface="Malgun Gothic"/>
                <a:ea typeface="Malgun Gothic"/>
              </a:rPr>
              <a:t>임포트</a:t>
            </a:r>
            <a:r>
              <a:rPr lang="ko-KR" dirty="0">
                <a:latin typeface="Malgun Gothic"/>
                <a:ea typeface="Malgun Gothic"/>
              </a:rPr>
              <a:t> 구현</a:t>
            </a:r>
            <a:endParaRPr lang="ko-KR" altLang="en-US" dirty="0">
              <a:ea typeface="맑은 고딕"/>
            </a:endParaRPr>
          </a:p>
          <a:p>
            <a:r>
              <a:rPr lang="ko-KR" altLang="en-US" dirty="0">
                <a:ea typeface="맑은 고딕"/>
              </a:rPr>
              <a:t>캐릭터 애니메이션 파이프라인 구축</a:t>
            </a:r>
          </a:p>
          <a:p>
            <a:r>
              <a:rPr lang="ko-KR" altLang="en-US" dirty="0">
                <a:ea typeface="맑은 고딕"/>
              </a:rPr>
              <a:t>물체 물리 시뮬레이션 적용(</a:t>
            </a:r>
            <a:r>
              <a:rPr lang="ko-KR" altLang="en-US" dirty="0" err="1">
                <a:ea typeface="맑은 고딕"/>
              </a:rPr>
              <a:t>Jolt</a:t>
            </a:r>
            <a:r>
              <a:rPr lang="ko-KR" altLang="en-US" dirty="0">
                <a:ea typeface="맑은 고딕"/>
              </a:rPr>
              <a:t> </a:t>
            </a:r>
            <a:r>
              <a:rPr lang="ko-KR" altLang="en-US" dirty="0" err="1">
                <a:ea typeface="맑은 고딕"/>
              </a:rPr>
              <a:t>Physics</a:t>
            </a:r>
            <a:r>
              <a:rPr lang="ko-KR" altLang="en-US" dirty="0">
                <a:ea typeface="맑은 고딕"/>
              </a:rPr>
              <a:t> 물리엔진 사용 예정)</a:t>
            </a:r>
          </a:p>
        </p:txBody>
      </p:sp>
    </p:spTree>
    <p:extLst>
      <p:ext uri="{BB962C8B-B14F-4D97-AF65-F5344CB8AC3E}">
        <p14:creationId xmlns:p14="http://schemas.microsoft.com/office/powerpoint/2010/main" val="42560573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D70A2F-9BF1-DB62-E7E5-10314C2F9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019CEA-AAC4-7C3D-C4B4-A43D0F74D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6057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20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1" baseType="lpstr">
      <vt:lpstr>Office 테마</vt:lpstr>
      <vt:lpstr>1주차 과제 발표</vt:lpstr>
      <vt:lpstr>목차</vt:lpstr>
      <vt:lpstr>주제 및 목표</vt:lpstr>
      <vt:lpstr>3인칭 슈팅 게임 데모 개발</vt:lpstr>
      <vt:lpstr>1주차 진행 상황</vt:lpstr>
      <vt:lpstr>World-Actor-Component 기반 아키텍처</vt:lpstr>
      <vt:lpstr>World-Actor-Component 기반 아키텍처</vt:lpstr>
      <vt:lpstr>World-Actor-Component 기반 아키텍처</vt:lpstr>
      <vt:lpstr>World-Actor-Component 기반 아키텍처</vt:lpstr>
      <vt:lpstr>World-Actor-Component 기반 아키텍처</vt:lpstr>
      <vt:lpstr>World-Actor-Component 기반 아키텍처</vt:lpstr>
      <vt:lpstr>World-Actor-Component 기반 아키텍처</vt:lpstr>
      <vt:lpstr>World-Actor-Component 기반 아키텍처</vt:lpstr>
      <vt:lpstr>Projectile Movement Component</vt:lpstr>
      <vt:lpstr>Projectile Movement Component</vt:lpstr>
      <vt:lpstr>Projectile Movement Component</vt:lpstr>
      <vt:lpstr>Projectile Movement Component</vt:lpstr>
      <vt:lpstr>Projectile Movement Component</vt:lpstr>
      <vt:lpstr>TODO 리스트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434</cp:revision>
  <dcterms:created xsi:type="dcterms:W3CDTF">2026-01-09T04:47:02Z</dcterms:created>
  <dcterms:modified xsi:type="dcterms:W3CDTF">2026-01-09T06:45:11Z</dcterms:modified>
</cp:coreProperties>
</file>