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0" r:id="rId4"/>
    <p:sldId id="291" r:id="rId5"/>
    <p:sldId id="292" r:id="rId6"/>
    <p:sldId id="293" r:id="rId7"/>
    <p:sldId id="295" r:id="rId8"/>
    <p:sldId id="294" r:id="rId9"/>
    <p:sldId id="296" r:id="rId10"/>
    <p:sldId id="258" r:id="rId11"/>
    <p:sldId id="298" r:id="rId12"/>
    <p:sldId id="297" r:id="rId13"/>
    <p:sldId id="299" r:id="rId14"/>
    <p:sldId id="300" r:id="rId15"/>
    <p:sldId id="301" r:id="rId16"/>
    <p:sldId id="302" r:id="rId17"/>
    <p:sldId id="303" r:id="rId18"/>
    <p:sldId id="28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38BC27-EF3E-4858-A810-29C295BA3CAA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477CAC4-1878-4638-A061-E660C793BBC9}">
      <dgm:prSet phldrT="[텍스트]"/>
      <dgm:spPr/>
      <dgm:t>
        <a:bodyPr/>
        <a:lstStyle/>
        <a:p>
          <a:pPr latinLnBrk="1"/>
          <a:r>
            <a:rPr lang="ko-KR" altLang="en-US" dirty="0" err="1">
              <a:latin typeface="맑은 고딕" panose="020F0302020204030204"/>
            </a:rPr>
            <a:t>Simulate</a:t>
          </a:r>
          <a:r>
            <a:rPr lang="ko-KR" altLang="en-US" dirty="0">
              <a:latin typeface="맑은 고딕" panose="020F0302020204030204"/>
            </a:rPr>
            <a:t> </a:t>
          </a:r>
          <a:r>
            <a:rPr lang="ko-KR" altLang="en-US" dirty="0" err="1">
              <a:latin typeface="맑은 고딕" panose="020F0302020204030204"/>
            </a:rPr>
            <a:t>Physics</a:t>
          </a:r>
          <a:endParaRPr lang="ko-KR" altLang="en-US" dirty="0"/>
        </a:p>
      </dgm:t>
    </dgm:pt>
    <dgm:pt modelId="{2FD8AC97-4653-4FC4-81D4-3CA87D85FDCE}" type="parTrans" cxnId="{12C4A715-F34A-4868-8E53-39BF6D07E7DA}">
      <dgm:prSet/>
      <dgm:spPr/>
      <dgm:t>
        <a:bodyPr/>
        <a:lstStyle/>
        <a:p>
          <a:pPr latinLnBrk="1"/>
          <a:endParaRPr lang="ko-KR" altLang="en-US"/>
        </a:p>
      </dgm:t>
    </dgm:pt>
    <dgm:pt modelId="{77E7EF3D-4FD1-4A93-8968-C259510986BE}" type="sibTrans" cxnId="{12C4A715-F34A-4868-8E53-39BF6D07E7DA}">
      <dgm:prSet/>
      <dgm:spPr/>
      <dgm:t>
        <a:bodyPr/>
        <a:lstStyle/>
        <a:p>
          <a:pPr latinLnBrk="1"/>
          <a:endParaRPr lang="ko-KR" altLang="en-US"/>
        </a:p>
      </dgm:t>
    </dgm:pt>
    <dgm:pt modelId="{B73D53B1-E0D8-466A-A4DA-64720B8B68B5}">
      <dgm:prSet phldr="0"/>
      <dgm:spPr/>
      <dgm:t>
        <a:bodyPr/>
        <a:lstStyle/>
        <a:p>
          <a:pPr rtl="0" latinLnBrk="1"/>
          <a:r>
            <a:rPr lang="ko-KR" altLang="en-US" dirty="0" err="1">
              <a:latin typeface="맑은 고딕" panose="020F0302020204030204"/>
            </a:rPr>
            <a:t>Process</a:t>
          </a:r>
          <a:r>
            <a:rPr lang="ko-KR" altLang="en-US" dirty="0">
              <a:latin typeface="맑은 고딕" panose="020F0302020204030204"/>
            </a:rPr>
            <a:t> </a:t>
          </a:r>
          <a:r>
            <a:rPr lang="ko-KR" altLang="en-US" dirty="0" err="1">
              <a:latin typeface="맑은 고딕" panose="020F0302020204030204"/>
            </a:rPr>
            <a:t>physics</a:t>
          </a:r>
          <a:r>
            <a:rPr lang="ko-KR" altLang="en-US" dirty="0">
              <a:latin typeface="맑은 고딕" panose="020F0302020204030204"/>
            </a:rPr>
            <a:t> </a:t>
          </a:r>
          <a:r>
            <a:rPr lang="ko-KR" altLang="en-US" dirty="0" err="1">
              <a:latin typeface="맑은 고딕" panose="020F0302020204030204"/>
            </a:rPr>
            <a:t>events</a:t>
          </a:r>
          <a:br>
            <a:rPr lang="ko-KR" altLang="en-US" dirty="0">
              <a:latin typeface="맑은 고딕" panose="020F0302020204030204"/>
            </a:rPr>
          </a:br>
          <a:r>
            <a:rPr lang="ko-KR" altLang="en-US" dirty="0">
              <a:latin typeface="맑은 고딕" panose="020F0302020204030204"/>
            </a:rPr>
            <a:t>(</a:t>
          </a:r>
          <a:r>
            <a:rPr lang="ko-KR" altLang="en-US" dirty="0" err="1">
              <a:latin typeface="맑은 고딕" panose="020F0302020204030204"/>
            </a:rPr>
            <a:t>Hit</a:t>
          </a:r>
          <a:r>
            <a:rPr lang="ko-KR" altLang="en-US" dirty="0">
              <a:latin typeface="맑은 고딕" panose="020F0302020204030204"/>
            </a:rPr>
            <a:t>, </a:t>
          </a:r>
          <a:r>
            <a:rPr lang="ko-KR" altLang="en-US" dirty="0" err="1">
              <a:latin typeface="맑은 고딕" panose="020F0302020204030204"/>
            </a:rPr>
            <a:t>Overlap</a:t>
          </a:r>
          <a:r>
            <a:rPr lang="ko-KR" altLang="en-US" dirty="0">
              <a:latin typeface="맑은 고딕" panose="020F0302020204030204"/>
            </a:rPr>
            <a:t>...)</a:t>
          </a:r>
          <a:endParaRPr lang="ko-KR" altLang="en-US" dirty="0"/>
        </a:p>
      </dgm:t>
    </dgm:pt>
    <dgm:pt modelId="{C6F8D1B5-91C7-4E4F-8882-F9E4839BAC3F}" type="parTrans" cxnId="{FDC82A74-49B8-4ABF-A086-42EEA67AD54B}">
      <dgm:prSet/>
      <dgm:spPr/>
      <dgm:t>
        <a:bodyPr/>
        <a:lstStyle/>
        <a:p>
          <a:pPr latinLnBrk="1"/>
          <a:endParaRPr lang="ko-KR" altLang="en-US"/>
        </a:p>
      </dgm:t>
    </dgm:pt>
    <dgm:pt modelId="{9CB157E2-6821-4363-833E-2E8EF2BBBE1C}" type="sibTrans" cxnId="{FDC82A74-49B8-4ABF-A086-42EEA67AD54B}">
      <dgm:prSet/>
      <dgm:spPr/>
      <dgm:t>
        <a:bodyPr/>
        <a:lstStyle/>
        <a:p>
          <a:pPr latinLnBrk="1"/>
          <a:endParaRPr lang="ko-KR" altLang="en-US"/>
        </a:p>
      </dgm:t>
    </dgm:pt>
    <dgm:pt modelId="{FD8CF1C2-258B-4BBC-A43A-223F38BE742D}">
      <dgm:prSet phldr="0"/>
      <dgm:spPr/>
      <dgm:t>
        <a:bodyPr/>
        <a:lstStyle/>
        <a:p>
          <a:pPr rtl="0" latinLnBrk="1"/>
          <a:r>
            <a:rPr lang="ko-KR" altLang="en-US" dirty="0">
              <a:latin typeface="맑은 고딕" panose="020F0302020204030204"/>
            </a:rPr>
            <a:t>Update from Jolt</a:t>
          </a:r>
        </a:p>
      </dgm:t>
    </dgm:pt>
    <dgm:pt modelId="{8C819F69-FED1-4AA5-8BBA-64B05BDD930F}" type="parTrans" cxnId="{1C10369B-6B2D-4BCE-94AE-DA715119C4C3}">
      <dgm:prSet/>
      <dgm:spPr/>
      <dgm:t>
        <a:bodyPr/>
        <a:lstStyle/>
        <a:p>
          <a:pPr latinLnBrk="1"/>
          <a:endParaRPr lang="ko-KR" altLang="en-US"/>
        </a:p>
      </dgm:t>
    </dgm:pt>
    <dgm:pt modelId="{FE130907-E612-4A74-ABCD-2648985C2694}" type="sibTrans" cxnId="{1C10369B-6B2D-4BCE-94AE-DA715119C4C3}">
      <dgm:prSet/>
      <dgm:spPr/>
      <dgm:t>
        <a:bodyPr/>
        <a:lstStyle/>
        <a:p>
          <a:pPr latinLnBrk="1"/>
          <a:endParaRPr lang="ko-KR" altLang="en-US"/>
        </a:p>
      </dgm:t>
    </dgm:pt>
    <dgm:pt modelId="{7D75CE83-B317-4836-B166-8F256A3D37FF}" type="pres">
      <dgm:prSet presAssocID="{0D38BC27-EF3E-4858-A810-29C295BA3CAA}" presName="linearFlow" presStyleCnt="0">
        <dgm:presLayoutVars>
          <dgm:resizeHandles val="exact"/>
        </dgm:presLayoutVars>
      </dgm:prSet>
      <dgm:spPr/>
    </dgm:pt>
    <dgm:pt modelId="{C7F08FDA-59BA-4F72-B307-FF5802C9D90B}" type="pres">
      <dgm:prSet presAssocID="{4477CAC4-1878-4638-A061-E660C793BBC9}" presName="node" presStyleLbl="node1" presStyleIdx="0" presStyleCnt="3">
        <dgm:presLayoutVars>
          <dgm:bulletEnabled val="1"/>
        </dgm:presLayoutVars>
      </dgm:prSet>
      <dgm:spPr/>
    </dgm:pt>
    <dgm:pt modelId="{3662D5BF-5A72-4AE1-8B7C-B076E419FBF7}" type="pres">
      <dgm:prSet presAssocID="{77E7EF3D-4FD1-4A93-8968-C259510986BE}" presName="sibTrans" presStyleLbl="sibTrans2D1" presStyleIdx="0" presStyleCnt="2"/>
      <dgm:spPr/>
    </dgm:pt>
    <dgm:pt modelId="{D9220560-715B-409A-9494-93AA40C02B0C}" type="pres">
      <dgm:prSet presAssocID="{77E7EF3D-4FD1-4A93-8968-C259510986BE}" presName="connectorText" presStyleLbl="sibTrans2D1" presStyleIdx="0" presStyleCnt="2"/>
      <dgm:spPr/>
    </dgm:pt>
    <dgm:pt modelId="{FE33F0D2-AAEB-4159-8B8B-C90ACA5655AA}" type="pres">
      <dgm:prSet presAssocID="{FD8CF1C2-258B-4BBC-A43A-223F38BE742D}" presName="node" presStyleLbl="node1" presStyleIdx="1" presStyleCnt="3">
        <dgm:presLayoutVars>
          <dgm:bulletEnabled val="1"/>
        </dgm:presLayoutVars>
      </dgm:prSet>
      <dgm:spPr/>
    </dgm:pt>
    <dgm:pt modelId="{19C70F22-D456-4779-BF68-93D724E99BD7}" type="pres">
      <dgm:prSet presAssocID="{FE130907-E612-4A74-ABCD-2648985C2694}" presName="sibTrans" presStyleLbl="sibTrans2D1" presStyleIdx="1" presStyleCnt="2"/>
      <dgm:spPr/>
    </dgm:pt>
    <dgm:pt modelId="{FD6208FA-620C-4D77-A88E-51BDD0157F3D}" type="pres">
      <dgm:prSet presAssocID="{FE130907-E612-4A74-ABCD-2648985C2694}" presName="connectorText" presStyleLbl="sibTrans2D1" presStyleIdx="1" presStyleCnt="2"/>
      <dgm:spPr/>
    </dgm:pt>
    <dgm:pt modelId="{86D0F66C-89AB-4143-AD00-0DDFAE41B2EF}" type="pres">
      <dgm:prSet presAssocID="{B73D53B1-E0D8-466A-A4DA-64720B8B68B5}" presName="node" presStyleLbl="node1" presStyleIdx="2" presStyleCnt="3">
        <dgm:presLayoutVars>
          <dgm:bulletEnabled val="1"/>
        </dgm:presLayoutVars>
      </dgm:prSet>
      <dgm:spPr/>
    </dgm:pt>
  </dgm:ptLst>
  <dgm:cxnLst>
    <dgm:cxn modelId="{12C4A715-F34A-4868-8E53-39BF6D07E7DA}" srcId="{0D38BC27-EF3E-4858-A810-29C295BA3CAA}" destId="{4477CAC4-1878-4638-A061-E660C793BBC9}" srcOrd="0" destOrd="0" parTransId="{2FD8AC97-4653-4FC4-81D4-3CA87D85FDCE}" sibTransId="{77E7EF3D-4FD1-4A93-8968-C259510986BE}"/>
    <dgm:cxn modelId="{C4ED8232-D488-412B-9741-1B6A9DB14264}" type="presOf" srcId="{FD8CF1C2-258B-4BBC-A43A-223F38BE742D}" destId="{FE33F0D2-AAEB-4159-8B8B-C90ACA5655AA}" srcOrd="0" destOrd="0" presId="urn:microsoft.com/office/officeart/2005/8/layout/process2"/>
    <dgm:cxn modelId="{E073E366-4579-453E-8679-0B3A382CFC58}" type="presOf" srcId="{B73D53B1-E0D8-466A-A4DA-64720B8B68B5}" destId="{86D0F66C-89AB-4143-AD00-0DDFAE41B2EF}" srcOrd="0" destOrd="0" presId="urn:microsoft.com/office/officeart/2005/8/layout/process2"/>
    <dgm:cxn modelId="{FDC82A74-49B8-4ABF-A086-42EEA67AD54B}" srcId="{0D38BC27-EF3E-4858-A810-29C295BA3CAA}" destId="{B73D53B1-E0D8-466A-A4DA-64720B8B68B5}" srcOrd="2" destOrd="0" parTransId="{C6F8D1B5-91C7-4E4F-8882-F9E4839BAC3F}" sibTransId="{9CB157E2-6821-4363-833E-2E8EF2BBBE1C}"/>
    <dgm:cxn modelId="{3897DC7F-AEFD-4202-9DBB-879AEBC58A55}" type="presOf" srcId="{0D38BC27-EF3E-4858-A810-29C295BA3CAA}" destId="{7D75CE83-B317-4836-B166-8F256A3D37FF}" srcOrd="0" destOrd="0" presId="urn:microsoft.com/office/officeart/2005/8/layout/process2"/>
    <dgm:cxn modelId="{64C00185-7F7A-4C5A-8FB3-98A4D7BCFD68}" type="presOf" srcId="{77E7EF3D-4FD1-4A93-8968-C259510986BE}" destId="{D9220560-715B-409A-9494-93AA40C02B0C}" srcOrd="1" destOrd="0" presId="urn:microsoft.com/office/officeart/2005/8/layout/process2"/>
    <dgm:cxn modelId="{8720EC8A-3050-4AAB-B560-58EB3BC7BF78}" type="presOf" srcId="{FE130907-E612-4A74-ABCD-2648985C2694}" destId="{FD6208FA-620C-4D77-A88E-51BDD0157F3D}" srcOrd="1" destOrd="0" presId="urn:microsoft.com/office/officeart/2005/8/layout/process2"/>
    <dgm:cxn modelId="{1C10369B-6B2D-4BCE-94AE-DA715119C4C3}" srcId="{0D38BC27-EF3E-4858-A810-29C295BA3CAA}" destId="{FD8CF1C2-258B-4BBC-A43A-223F38BE742D}" srcOrd="1" destOrd="0" parTransId="{8C819F69-FED1-4AA5-8BBA-64B05BDD930F}" sibTransId="{FE130907-E612-4A74-ABCD-2648985C2694}"/>
    <dgm:cxn modelId="{EE1B349E-A968-4485-8B73-55C86699DEF9}" type="presOf" srcId="{FE130907-E612-4A74-ABCD-2648985C2694}" destId="{19C70F22-D456-4779-BF68-93D724E99BD7}" srcOrd="0" destOrd="0" presId="urn:microsoft.com/office/officeart/2005/8/layout/process2"/>
    <dgm:cxn modelId="{A68521BC-4ECB-4175-A1E4-49A767DB2840}" type="presOf" srcId="{77E7EF3D-4FD1-4A93-8968-C259510986BE}" destId="{3662D5BF-5A72-4AE1-8B7C-B076E419FBF7}" srcOrd="0" destOrd="0" presId="urn:microsoft.com/office/officeart/2005/8/layout/process2"/>
    <dgm:cxn modelId="{9AC3A6D1-D657-442D-AAFC-FAE5F48624A6}" type="presOf" srcId="{4477CAC4-1878-4638-A061-E660C793BBC9}" destId="{C7F08FDA-59BA-4F72-B307-FF5802C9D90B}" srcOrd="0" destOrd="0" presId="urn:microsoft.com/office/officeart/2005/8/layout/process2"/>
    <dgm:cxn modelId="{56940C92-CE7A-4B16-B6A4-9B6AE3BEF523}" type="presParOf" srcId="{7D75CE83-B317-4836-B166-8F256A3D37FF}" destId="{C7F08FDA-59BA-4F72-B307-FF5802C9D90B}" srcOrd="0" destOrd="0" presId="urn:microsoft.com/office/officeart/2005/8/layout/process2"/>
    <dgm:cxn modelId="{CE0049CF-D0D7-4699-AE94-5920159C9623}" type="presParOf" srcId="{7D75CE83-B317-4836-B166-8F256A3D37FF}" destId="{3662D5BF-5A72-4AE1-8B7C-B076E419FBF7}" srcOrd="1" destOrd="0" presId="urn:microsoft.com/office/officeart/2005/8/layout/process2"/>
    <dgm:cxn modelId="{7E9FFA18-C6EB-4448-8AAD-E4233289DE1F}" type="presParOf" srcId="{3662D5BF-5A72-4AE1-8B7C-B076E419FBF7}" destId="{D9220560-715B-409A-9494-93AA40C02B0C}" srcOrd="0" destOrd="0" presId="urn:microsoft.com/office/officeart/2005/8/layout/process2"/>
    <dgm:cxn modelId="{76B3F135-4119-4BFE-8A99-4C5167D842E6}" type="presParOf" srcId="{7D75CE83-B317-4836-B166-8F256A3D37FF}" destId="{FE33F0D2-AAEB-4159-8B8B-C90ACA5655AA}" srcOrd="2" destOrd="0" presId="urn:microsoft.com/office/officeart/2005/8/layout/process2"/>
    <dgm:cxn modelId="{061A9A71-AAB2-4F0D-B30C-60891FA0646D}" type="presParOf" srcId="{7D75CE83-B317-4836-B166-8F256A3D37FF}" destId="{19C70F22-D456-4779-BF68-93D724E99BD7}" srcOrd="3" destOrd="0" presId="urn:microsoft.com/office/officeart/2005/8/layout/process2"/>
    <dgm:cxn modelId="{18245C28-D3BE-4CEC-B68C-6BF8DC38F10F}" type="presParOf" srcId="{19C70F22-D456-4779-BF68-93D724E99BD7}" destId="{FD6208FA-620C-4D77-A88E-51BDD0157F3D}" srcOrd="0" destOrd="0" presId="urn:microsoft.com/office/officeart/2005/8/layout/process2"/>
    <dgm:cxn modelId="{A2BF5BF8-4C99-4874-957E-396289A15896}" type="presParOf" srcId="{7D75CE83-B317-4836-B166-8F256A3D37FF}" destId="{86D0F66C-89AB-4143-AD00-0DDFAE41B2EF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5169EB-FCFC-4F98-BCE6-C1A2C940404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3C1E60E-03EB-4A95-B6E4-E2395D59633D}">
      <dgm:prSet phldrT="[텍스트]" phldr="0"/>
      <dgm:spPr/>
      <dgm:t>
        <a:bodyPr/>
        <a:lstStyle/>
        <a:p>
          <a:pPr latinLnBrk="1"/>
          <a:r>
            <a:rPr lang="en-US" altLang="ko-KR" dirty="0"/>
            <a:t>Projectile Actor</a:t>
          </a:r>
          <a:endParaRPr lang="ko-KR" altLang="en-US" dirty="0"/>
        </a:p>
      </dgm:t>
    </dgm:pt>
    <dgm:pt modelId="{7B88DAA2-1F07-4464-87F0-97727A5CC478}" type="parTrans" cxnId="{CFDE4280-F33A-4D91-B085-460A73679D94}">
      <dgm:prSet/>
      <dgm:spPr/>
      <dgm:t>
        <a:bodyPr/>
        <a:lstStyle/>
        <a:p>
          <a:pPr latinLnBrk="1"/>
          <a:endParaRPr lang="ko-KR" altLang="en-US"/>
        </a:p>
      </dgm:t>
    </dgm:pt>
    <dgm:pt modelId="{87BEDCE1-D603-4E18-AD52-E4C3C67CD557}" type="sibTrans" cxnId="{CFDE4280-F33A-4D91-B085-460A73679D94}">
      <dgm:prSet/>
      <dgm:spPr/>
      <dgm:t>
        <a:bodyPr/>
        <a:lstStyle/>
        <a:p>
          <a:pPr latinLnBrk="1"/>
          <a:endParaRPr lang="ko-KR" altLang="en-US"/>
        </a:p>
      </dgm:t>
    </dgm:pt>
    <dgm:pt modelId="{18A9C3A2-581E-45A7-9FA2-4884BEE46EF2}">
      <dgm:prSet phldrT="[텍스트]" phldr="0"/>
      <dgm:spPr/>
      <dgm:t>
        <a:bodyPr/>
        <a:lstStyle/>
        <a:p>
          <a:pPr latinLnBrk="1"/>
          <a:r>
            <a:rPr lang="en-US" altLang="ko-KR" dirty="0" err="1"/>
            <a:t>StaticMeshComponent</a:t>
          </a:r>
          <a:endParaRPr lang="ko-KR" altLang="en-US" dirty="0"/>
        </a:p>
      </dgm:t>
    </dgm:pt>
    <dgm:pt modelId="{191090C6-DDAC-484B-91A8-45131AC0B2C5}" type="parTrans" cxnId="{EECB2F98-5F56-4F87-B601-B3DA10144582}">
      <dgm:prSet/>
      <dgm:spPr/>
      <dgm:t>
        <a:bodyPr/>
        <a:lstStyle/>
        <a:p>
          <a:pPr latinLnBrk="1"/>
          <a:endParaRPr lang="ko-KR" altLang="en-US"/>
        </a:p>
      </dgm:t>
    </dgm:pt>
    <dgm:pt modelId="{8D3719C9-9440-409B-99C6-91229C0231F8}" type="sibTrans" cxnId="{EECB2F98-5F56-4F87-B601-B3DA10144582}">
      <dgm:prSet/>
      <dgm:spPr/>
      <dgm:t>
        <a:bodyPr/>
        <a:lstStyle/>
        <a:p>
          <a:pPr latinLnBrk="1"/>
          <a:endParaRPr lang="ko-KR" altLang="en-US"/>
        </a:p>
      </dgm:t>
    </dgm:pt>
    <dgm:pt modelId="{94E75003-A5CC-4BD0-8F5D-A41B54D4421B}" type="pres">
      <dgm:prSet presAssocID="{F15169EB-FCFC-4F98-BCE6-C1A2C9404049}" presName="Name0" presStyleCnt="0">
        <dgm:presLayoutVars>
          <dgm:dir/>
          <dgm:animLvl val="lvl"/>
          <dgm:resizeHandles val="exact"/>
        </dgm:presLayoutVars>
      </dgm:prSet>
      <dgm:spPr/>
    </dgm:pt>
    <dgm:pt modelId="{255A2055-B858-408B-A7F7-5B2FE4D8E773}" type="pres">
      <dgm:prSet presAssocID="{F3C1E60E-03EB-4A95-B6E4-E2395D59633D}" presName="composite" presStyleCnt="0"/>
      <dgm:spPr/>
    </dgm:pt>
    <dgm:pt modelId="{57848A34-5FB4-4272-8899-681DDF1AB2AA}" type="pres">
      <dgm:prSet presAssocID="{F3C1E60E-03EB-4A95-B6E4-E2395D59633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B9FC0C42-C93C-4100-8A5B-4F73CBDEF015}" type="pres">
      <dgm:prSet presAssocID="{F3C1E60E-03EB-4A95-B6E4-E2395D59633D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CFDE4280-F33A-4D91-B085-460A73679D94}" srcId="{F15169EB-FCFC-4F98-BCE6-C1A2C9404049}" destId="{F3C1E60E-03EB-4A95-B6E4-E2395D59633D}" srcOrd="0" destOrd="0" parTransId="{7B88DAA2-1F07-4464-87F0-97727A5CC478}" sibTransId="{87BEDCE1-D603-4E18-AD52-E4C3C67CD557}"/>
    <dgm:cxn modelId="{EECB2F98-5F56-4F87-B601-B3DA10144582}" srcId="{F3C1E60E-03EB-4A95-B6E4-E2395D59633D}" destId="{18A9C3A2-581E-45A7-9FA2-4884BEE46EF2}" srcOrd="0" destOrd="0" parTransId="{191090C6-DDAC-484B-91A8-45131AC0B2C5}" sibTransId="{8D3719C9-9440-409B-99C6-91229C0231F8}"/>
    <dgm:cxn modelId="{80F0D0BF-D24B-49D6-AEE6-B3AE78E9AF62}" type="presOf" srcId="{18A9C3A2-581E-45A7-9FA2-4884BEE46EF2}" destId="{B9FC0C42-C93C-4100-8A5B-4F73CBDEF015}" srcOrd="0" destOrd="0" presId="urn:microsoft.com/office/officeart/2005/8/layout/hList1"/>
    <dgm:cxn modelId="{7901ABEE-C800-4FD5-87DF-5A2DF66F98D4}" type="presOf" srcId="{F3C1E60E-03EB-4A95-B6E4-E2395D59633D}" destId="{57848A34-5FB4-4272-8899-681DDF1AB2AA}" srcOrd="0" destOrd="0" presId="urn:microsoft.com/office/officeart/2005/8/layout/hList1"/>
    <dgm:cxn modelId="{B40A06FC-C962-4917-AD0D-9EE6E2859F79}" type="presOf" srcId="{F15169EB-FCFC-4F98-BCE6-C1A2C9404049}" destId="{94E75003-A5CC-4BD0-8F5D-A41B54D4421B}" srcOrd="0" destOrd="0" presId="urn:microsoft.com/office/officeart/2005/8/layout/hList1"/>
    <dgm:cxn modelId="{CA283BD6-0997-4226-AED1-8F4F78DAE8B7}" type="presParOf" srcId="{94E75003-A5CC-4BD0-8F5D-A41B54D4421B}" destId="{255A2055-B858-408B-A7F7-5B2FE4D8E773}" srcOrd="0" destOrd="0" presId="urn:microsoft.com/office/officeart/2005/8/layout/hList1"/>
    <dgm:cxn modelId="{045C13D8-21F6-4E9D-877D-AE8A0B2700EF}" type="presParOf" srcId="{255A2055-B858-408B-A7F7-5B2FE4D8E773}" destId="{57848A34-5FB4-4272-8899-681DDF1AB2AA}" srcOrd="0" destOrd="0" presId="urn:microsoft.com/office/officeart/2005/8/layout/hList1"/>
    <dgm:cxn modelId="{37DB52D6-3856-4957-AE53-82DE4EEDCEF5}" type="presParOf" srcId="{255A2055-B858-408B-A7F7-5B2FE4D8E773}" destId="{B9FC0C42-C93C-4100-8A5B-4F73CBDEF01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5169EB-FCFC-4F98-BCE6-C1A2C940404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3C1E60E-03EB-4A95-B6E4-E2395D59633D}">
      <dgm:prSet phldrT="[텍스트]" phldr="0"/>
      <dgm:spPr/>
      <dgm:t>
        <a:bodyPr/>
        <a:lstStyle/>
        <a:p>
          <a:pPr latinLnBrk="1"/>
          <a:r>
            <a:rPr lang="en-US" altLang="ko-KR" dirty="0"/>
            <a:t>Projectile Actor</a:t>
          </a:r>
          <a:endParaRPr lang="ko-KR" altLang="en-US" dirty="0"/>
        </a:p>
      </dgm:t>
    </dgm:pt>
    <dgm:pt modelId="{7B88DAA2-1F07-4464-87F0-97727A5CC478}" type="parTrans" cxnId="{CFDE4280-F33A-4D91-B085-460A73679D94}">
      <dgm:prSet/>
      <dgm:spPr/>
      <dgm:t>
        <a:bodyPr/>
        <a:lstStyle/>
        <a:p>
          <a:pPr latinLnBrk="1"/>
          <a:endParaRPr lang="ko-KR" altLang="en-US"/>
        </a:p>
      </dgm:t>
    </dgm:pt>
    <dgm:pt modelId="{87BEDCE1-D603-4E18-AD52-E4C3C67CD557}" type="sibTrans" cxnId="{CFDE4280-F33A-4D91-B085-460A73679D94}">
      <dgm:prSet/>
      <dgm:spPr/>
      <dgm:t>
        <a:bodyPr/>
        <a:lstStyle/>
        <a:p>
          <a:pPr latinLnBrk="1"/>
          <a:endParaRPr lang="ko-KR" altLang="en-US"/>
        </a:p>
      </dgm:t>
    </dgm:pt>
    <dgm:pt modelId="{18A9C3A2-581E-45A7-9FA2-4884BEE46EF2}">
      <dgm:prSet phldrT="[텍스트]" phldr="0"/>
      <dgm:spPr/>
      <dgm:t>
        <a:bodyPr/>
        <a:lstStyle/>
        <a:p>
          <a:pPr latinLnBrk="1"/>
          <a:r>
            <a:rPr lang="en-US" altLang="ko-KR" dirty="0" err="1"/>
            <a:t>StaticMeshComponent</a:t>
          </a:r>
          <a:endParaRPr lang="ko-KR" altLang="en-US" dirty="0"/>
        </a:p>
      </dgm:t>
    </dgm:pt>
    <dgm:pt modelId="{191090C6-DDAC-484B-91A8-45131AC0B2C5}" type="parTrans" cxnId="{EECB2F98-5F56-4F87-B601-B3DA10144582}">
      <dgm:prSet/>
      <dgm:spPr/>
      <dgm:t>
        <a:bodyPr/>
        <a:lstStyle/>
        <a:p>
          <a:pPr latinLnBrk="1"/>
          <a:endParaRPr lang="ko-KR" altLang="en-US"/>
        </a:p>
      </dgm:t>
    </dgm:pt>
    <dgm:pt modelId="{8D3719C9-9440-409B-99C6-91229C0231F8}" type="sibTrans" cxnId="{EECB2F98-5F56-4F87-B601-B3DA10144582}">
      <dgm:prSet/>
      <dgm:spPr/>
      <dgm:t>
        <a:bodyPr/>
        <a:lstStyle/>
        <a:p>
          <a:pPr latinLnBrk="1"/>
          <a:endParaRPr lang="ko-KR" altLang="en-US"/>
        </a:p>
      </dgm:t>
    </dgm:pt>
    <dgm:pt modelId="{94E75003-A5CC-4BD0-8F5D-A41B54D4421B}" type="pres">
      <dgm:prSet presAssocID="{F15169EB-FCFC-4F98-BCE6-C1A2C9404049}" presName="Name0" presStyleCnt="0">
        <dgm:presLayoutVars>
          <dgm:dir/>
          <dgm:animLvl val="lvl"/>
          <dgm:resizeHandles val="exact"/>
        </dgm:presLayoutVars>
      </dgm:prSet>
      <dgm:spPr/>
    </dgm:pt>
    <dgm:pt modelId="{255A2055-B858-408B-A7F7-5B2FE4D8E773}" type="pres">
      <dgm:prSet presAssocID="{F3C1E60E-03EB-4A95-B6E4-E2395D59633D}" presName="composite" presStyleCnt="0"/>
      <dgm:spPr/>
    </dgm:pt>
    <dgm:pt modelId="{57848A34-5FB4-4272-8899-681DDF1AB2AA}" type="pres">
      <dgm:prSet presAssocID="{F3C1E60E-03EB-4A95-B6E4-E2395D59633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B9FC0C42-C93C-4100-8A5B-4F73CBDEF015}" type="pres">
      <dgm:prSet presAssocID="{F3C1E60E-03EB-4A95-B6E4-E2395D59633D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CFDE4280-F33A-4D91-B085-460A73679D94}" srcId="{F15169EB-FCFC-4F98-BCE6-C1A2C9404049}" destId="{F3C1E60E-03EB-4A95-B6E4-E2395D59633D}" srcOrd="0" destOrd="0" parTransId="{7B88DAA2-1F07-4464-87F0-97727A5CC478}" sibTransId="{87BEDCE1-D603-4E18-AD52-E4C3C67CD557}"/>
    <dgm:cxn modelId="{EECB2F98-5F56-4F87-B601-B3DA10144582}" srcId="{F3C1E60E-03EB-4A95-B6E4-E2395D59633D}" destId="{18A9C3A2-581E-45A7-9FA2-4884BEE46EF2}" srcOrd="0" destOrd="0" parTransId="{191090C6-DDAC-484B-91A8-45131AC0B2C5}" sibTransId="{8D3719C9-9440-409B-99C6-91229C0231F8}"/>
    <dgm:cxn modelId="{80F0D0BF-D24B-49D6-AEE6-B3AE78E9AF62}" type="presOf" srcId="{18A9C3A2-581E-45A7-9FA2-4884BEE46EF2}" destId="{B9FC0C42-C93C-4100-8A5B-4F73CBDEF015}" srcOrd="0" destOrd="0" presId="urn:microsoft.com/office/officeart/2005/8/layout/hList1"/>
    <dgm:cxn modelId="{7901ABEE-C800-4FD5-87DF-5A2DF66F98D4}" type="presOf" srcId="{F3C1E60E-03EB-4A95-B6E4-E2395D59633D}" destId="{57848A34-5FB4-4272-8899-681DDF1AB2AA}" srcOrd="0" destOrd="0" presId="urn:microsoft.com/office/officeart/2005/8/layout/hList1"/>
    <dgm:cxn modelId="{B40A06FC-C962-4917-AD0D-9EE6E2859F79}" type="presOf" srcId="{F15169EB-FCFC-4F98-BCE6-C1A2C9404049}" destId="{94E75003-A5CC-4BD0-8F5D-A41B54D4421B}" srcOrd="0" destOrd="0" presId="urn:microsoft.com/office/officeart/2005/8/layout/hList1"/>
    <dgm:cxn modelId="{CA283BD6-0997-4226-AED1-8F4F78DAE8B7}" type="presParOf" srcId="{94E75003-A5CC-4BD0-8F5D-A41B54D4421B}" destId="{255A2055-B858-408B-A7F7-5B2FE4D8E773}" srcOrd="0" destOrd="0" presId="urn:microsoft.com/office/officeart/2005/8/layout/hList1"/>
    <dgm:cxn modelId="{045C13D8-21F6-4E9D-877D-AE8A0B2700EF}" type="presParOf" srcId="{255A2055-B858-408B-A7F7-5B2FE4D8E773}" destId="{57848A34-5FB4-4272-8899-681DDF1AB2AA}" srcOrd="0" destOrd="0" presId="urn:microsoft.com/office/officeart/2005/8/layout/hList1"/>
    <dgm:cxn modelId="{37DB52D6-3856-4957-AE53-82DE4EEDCEF5}" type="presParOf" srcId="{255A2055-B858-408B-A7F7-5B2FE4D8E773}" destId="{B9FC0C42-C93C-4100-8A5B-4F73CBDEF01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5169EB-FCFC-4F98-BCE6-C1A2C940404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3C1E60E-03EB-4A95-B6E4-E2395D59633D}">
      <dgm:prSet phldrT="[텍스트]" phldr="0"/>
      <dgm:spPr/>
      <dgm:t>
        <a:bodyPr/>
        <a:lstStyle/>
        <a:p>
          <a:pPr latinLnBrk="1"/>
          <a:r>
            <a:rPr lang="en-US" altLang="ko-KR" dirty="0"/>
            <a:t>Projectile Actor</a:t>
          </a:r>
          <a:endParaRPr lang="ko-KR" altLang="en-US" dirty="0"/>
        </a:p>
      </dgm:t>
    </dgm:pt>
    <dgm:pt modelId="{7B88DAA2-1F07-4464-87F0-97727A5CC478}" type="parTrans" cxnId="{CFDE4280-F33A-4D91-B085-460A73679D94}">
      <dgm:prSet/>
      <dgm:spPr/>
      <dgm:t>
        <a:bodyPr/>
        <a:lstStyle/>
        <a:p>
          <a:pPr latinLnBrk="1"/>
          <a:endParaRPr lang="ko-KR" altLang="en-US"/>
        </a:p>
      </dgm:t>
    </dgm:pt>
    <dgm:pt modelId="{87BEDCE1-D603-4E18-AD52-E4C3C67CD557}" type="sibTrans" cxnId="{CFDE4280-F33A-4D91-B085-460A73679D94}">
      <dgm:prSet/>
      <dgm:spPr/>
      <dgm:t>
        <a:bodyPr/>
        <a:lstStyle/>
        <a:p>
          <a:pPr latinLnBrk="1"/>
          <a:endParaRPr lang="ko-KR" altLang="en-US"/>
        </a:p>
      </dgm:t>
    </dgm:pt>
    <dgm:pt modelId="{18A9C3A2-581E-45A7-9FA2-4884BEE46EF2}">
      <dgm:prSet phldrT="[텍스트]" phldr="0"/>
      <dgm:spPr/>
      <dgm:t>
        <a:bodyPr/>
        <a:lstStyle/>
        <a:p>
          <a:pPr latinLnBrk="1"/>
          <a:r>
            <a:rPr lang="en-US" altLang="ko-KR" dirty="0" err="1"/>
            <a:t>StaticMeshComponent</a:t>
          </a:r>
          <a:endParaRPr lang="ko-KR" altLang="en-US" dirty="0"/>
        </a:p>
      </dgm:t>
    </dgm:pt>
    <dgm:pt modelId="{191090C6-DDAC-484B-91A8-45131AC0B2C5}" type="parTrans" cxnId="{EECB2F98-5F56-4F87-B601-B3DA10144582}">
      <dgm:prSet/>
      <dgm:spPr/>
      <dgm:t>
        <a:bodyPr/>
        <a:lstStyle/>
        <a:p>
          <a:pPr latinLnBrk="1"/>
          <a:endParaRPr lang="ko-KR" altLang="en-US"/>
        </a:p>
      </dgm:t>
    </dgm:pt>
    <dgm:pt modelId="{8D3719C9-9440-409B-99C6-91229C0231F8}" type="sibTrans" cxnId="{EECB2F98-5F56-4F87-B601-B3DA10144582}">
      <dgm:prSet/>
      <dgm:spPr/>
      <dgm:t>
        <a:bodyPr/>
        <a:lstStyle/>
        <a:p>
          <a:pPr latinLnBrk="1"/>
          <a:endParaRPr lang="ko-KR" altLang="en-US"/>
        </a:p>
      </dgm:t>
    </dgm:pt>
    <dgm:pt modelId="{94E75003-A5CC-4BD0-8F5D-A41B54D4421B}" type="pres">
      <dgm:prSet presAssocID="{F15169EB-FCFC-4F98-BCE6-C1A2C9404049}" presName="Name0" presStyleCnt="0">
        <dgm:presLayoutVars>
          <dgm:dir/>
          <dgm:animLvl val="lvl"/>
          <dgm:resizeHandles val="exact"/>
        </dgm:presLayoutVars>
      </dgm:prSet>
      <dgm:spPr/>
    </dgm:pt>
    <dgm:pt modelId="{255A2055-B858-408B-A7F7-5B2FE4D8E773}" type="pres">
      <dgm:prSet presAssocID="{F3C1E60E-03EB-4A95-B6E4-E2395D59633D}" presName="composite" presStyleCnt="0"/>
      <dgm:spPr/>
    </dgm:pt>
    <dgm:pt modelId="{57848A34-5FB4-4272-8899-681DDF1AB2AA}" type="pres">
      <dgm:prSet presAssocID="{F3C1E60E-03EB-4A95-B6E4-E2395D59633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B9FC0C42-C93C-4100-8A5B-4F73CBDEF015}" type="pres">
      <dgm:prSet presAssocID="{F3C1E60E-03EB-4A95-B6E4-E2395D59633D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CFDE4280-F33A-4D91-B085-460A73679D94}" srcId="{F15169EB-FCFC-4F98-BCE6-C1A2C9404049}" destId="{F3C1E60E-03EB-4A95-B6E4-E2395D59633D}" srcOrd="0" destOrd="0" parTransId="{7B88DAA2-1F07-4464-87F0-97727A5CC478}" sibTransId="{87BEDCE1-D603-4E18-AD52-E4C3C67CD557}"/>
    <dgm:cxn modelId="{EECB2F98-5F56-4F87-B601-B3DA10144582}" srcId="{F3C1E60E-03EB-4A95-B6E4-E2395D59633D}" destId="{18A9C3A2-581E-45A7-9FA2-4884BEE46EF2}" srcOrd="0" destOrd="0" parTransId="{191090C6-DDAC-484B-91A8-45131AC0B2C5}" sibTransId="{8D3719C9-9440-409B-99C6-91229C0231F8}"/>
    <dgm:cxn modelId="{80F0D0BF-D24B-49D6-AEE6-B3AE78E9AF62}" type="presOf" srcId="{18A9C3A2-581E-45A7-9FA2-4884BEE46EF2}" destId="{B9FC0C42-C93C-4100-8A5B-4F73CBDEF015}" srcOrd="0" destOrd="0" presId="urn:microsoft.com/office/officeart/2005/8/layout/hList1"/>
    <dgm:cxn modelId="{7901ABEE-C800-4FD5-87DF-5A2DF66F98D4}" type="presOf" srcId="{F3C1E60E-03EB-4A95-B6E4-E2395D59633D}" destId="{57848A34-5FB4-4272-8899-681DDF1AB2AA}" srcOrd="0" destOrd="0" presId="urn:microsoft.com/office/officeart/2005/8/layout/hList1"/>
    <dgm:cxn modelId="{B40A06FC-C962-4917-AD0D-9EE6E2859F79}" type="presOf" srcId="{F15169EB-FCFC-4F98-BCE6-C1A2C9404049}" destId="{94E75003-A5CC-4BD0-8F5D-A41B54D4421B}" srcOrd="0" destOrd="0" presId="urn:microsoft.com/office/officeart/2005/8/layout/hList1"/>
    <dgm:cxn modelId="{CA283BD6-0997-4226-AED1-8F4F78DAE8B7}" type="presParOf" srcId="{94E75003-A5CC-4BD0-8F5D-A41B54D4421B}" destId="{255A2055-B858-408B-A7F7-5B2FE4D8E773}" srcOrd="0" destOrd="0" presId="urn:microsoft.com/office/officeart/2005/8/layout/hList1"/>
    <dgm:cxn modelId="{045C13D8-21F6-4E9D-877D-AE8A0B2700EF}" type="presParOf" srcId="{255A2055-B858-408B-A7F7-5B2FE4D8E773}" destId="{57848A34-5FB4-4272-8899-681DDF1AB2AA}" srcOrd="0" destOrd="0" presId="urn:microsoft.com/office/officeart/2005/8/layout/hList1"/>
    <dgm:cxn modelId="{37DB52D6-3856-4957-AE53-82DE4EEDCEF5}" type="presParOf" srcId="{255A2055-B858-408B-A7F7-5B2FE4D8E773}" destId="{B9FC0C42-C93C-4100-8A5B-4F73CBDEF01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15169EB-FCFC-4F98-BCE6-C1A2C940404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3C1E60E-03EB-4A95-B6E4-E2395D59633D}">
      <dgm:prSet phldrT="[텍스트]" phldr="0"/>
      <dgm:spPr/>
      <dgm:t>
        <a:bodyPr/>
        <a:lstStyle/>
        <a:p>
          <a:pPr latinLnBrk="1"/>
          <a:r>
            <a:rPr lang="en-US" altLang="ko-KR" dirty="0"/>
            <a:t>Projectile Spawner Actor</a:t>
          </a:r>
          <a:endParaRPr lang="ko-KR" altLang="en-US" dirty="0"/>
        </a:p>
      </dgm:t>
    </dgm:pt>
    <dgm:pt modelId="{7B88DAA2-1F07-4464-87F0-97727A5CC478}" type="parTrans" cxnId="{CFDE4280-F33A-4D91-B085-460A73679D94}">
      <dgm:prSet/>
      <dgm:spPr/>
      <dgm:t>
        <a:bodyPr/>
        <a:lstStyle/>
        <a:p>
          <a:pPr latinLnBrk="1"/>
          <a:endParaRPr lang="ko-KR" altLang="en-US"/>
        </a:p>
      </dgm:t>
    </dgm:pt>
    <dgm:pt modelId="{87BEDCE1-D603-4E18-AD52-E4C3C67CD557}" type="sibTrans" cxnId="{CFDE4280-F33A-4D91-B085-460A73679D94}">
      <dgm:prSet/>
      <dgm:spPr/>
      <dgm:t>
        <a:bodyPr/>
        <a:lstStyle/>
        <a:p>
          <a:pPr latinLnBrk="1"/>
          <a:endParaRPr lang="ko-KR" altLang="en-US"/>
        </a:p>
      </dgm:t>
    </dgm:pt>
    <dgm:pt modelId="{18A9C3A2-581E-45A7-9FA2-4884BEE46EF2}">
      <dgm:prSet phldrT="[텍스트]" phldr="0"/>
      <dgm:spPr/>
      <dgm:t>
        <a:bodyPr/>
        <a:lstStyle/>
        <a:p>
          <a:pPr latinLnBrk="1"/>
          <a:r>
            <a:rPr lang="en-US" altLang="ko-KR"/>
            <a:t>ObjectAnimComponent</a:t>
          </a:r>
          <a:endParaRPr lang="ko-KR" altLang="en-US" dirty="0"/>
        </a:p>
      </dgm:t>
    </dgm:pt>
    <dgm:pt modelId="{191090C6-DDAC-484B-91A8-45131AC0B2C5}" type="parTrans" cxnId="{EECB2F98-5F56-4F87-B601-B3DA10144582}">
      <dgm:prSet/>
      <dgm:spPr/>
      <dgm:t>
        <a:bodyPr/>
        <a:lstStyle/>
        <a:p>
          <a:pPr latinLnBrk="1"/>
          <a:endParaRPr lang="ko-KR" altLang="en-US"/>
        </a:p>
      </dgm:t>
    </dgm:pt>
    <dgm:pt modelId="{8D3719C9-9440-409B-99C6-91229C0231F8}" type="sibTrans" cxnId="{EECB2F98-5F56-4F87-B601-B3DA10144582}">
      <dgm:prSet/>
      <dgm:spPr/>
      <dgm:t>
        <a:bodyPr/>
        <a:lstStyle/>
        <a:p>
          <a:pPr latinLnBrk="1"/>
          <a:endParaRPr lang="ko-KR" altLang="en-US"/>
        </a:p>
      </dgm:t>
    </dgm:pt>
    <dgm:pt modelId="{94E75003-A5CC-4BD0-8F5D-A41B54D4421B}" type="pres">
      <dgm:prSet presAssocID="{F15169EB-FCFC-4F98-BCE6-C1A2C9404049}" presName="Name0" presStyleCnt="0">
        <dgm:presLayoutVars>
          <dgm:dir/>
          <dgm:animLvl val="lvl"/>
          <dgm:resizeHandles val="exact"/>
        </dgm:presLayoutVars>
      </dgm:prSet>
      <dgm:spPr/>
    </dgm:pt>
    <dgm:pt modelId="{255A2055-B858-408B-A7F7-5B2FE4D8E773}" type="pres">
      <dgm:prSet presAssocID="{F3C1E60E-03EB-4A95-B6E4-E2395D59633D}" presName="composite" presStyleCnt="0"/>
      <dgm:spPr/>
    </dgm:pt>
    <dgm:pt modelId="{57848A34-5FB4-4272-8899-681DDF1AB2AA}" type="pres">
      <dgm:prSet presAssocID="{F3C1E60E-03EB-4A95-B6E4-E2395D59633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B9FC0C42-C93C-4100-8A5B-4F73CBDEF015}" type="pres">
      <dgm:prSet presAssocID="{F3C1E60E-03EB-4A95-B6E4-E2395D59633D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CFDE4280-F33A-4D91-B085-460A73679D94}" srcId="{F15169EB-FCFC-4F98-BCE6-C1A2C9404049}" destId="{F3C1E60E-03EB-4A95-B6E4-E2395D59633D}" srcOrd="0" destOrd="0" parTransId="{7B88DAA2-1F07-4464-87F0-97727A5CC478}" sibTransId="{87BEDCE1-D603-4E18-AD52-E4C3C67CD557}"/>
    <dgm:cxn modelId="{EECB2F98-5F56-4F87-B601-B3DA10144582}" srcId="{F3C1E60E-03EB-4A95-B6E4-E2395D59633D}" destId="{18A9C3A2-581E-45A7-9FA2-4884BEE46EF2}" srcOrd="0" destOrd="0" parTransId="{191090C6-DDAC-484B-91A8-45131AC0B2C5}" sibTransId="{8D3719C9-9440-409B-99C6-91229C0231F8}"/>
    <dgm:cxn modelId="{80F0D0BF-D24B-49D6-AEE6-B3AE78E9AF62}" type="presOf" srcId="{18A9C3A2-581E-45A7-9FA2-4884BEE46EF2}" destId="{B9FC0C42-C93C-4100-8A5B-4F73CBDEF015}" srcOrd="0" destOrd="0" presId="urn:microsoft.com/office/officeart/2005/8/layout/hList1"/>
    <dgm:cxn modelId="{7901ABEE-C800-4FD5-87DF-5A2DF66F98D4}" type="presOf" srcId="{F3C1E60E-03EB-4A95-B6E4-E2395D59633D}" destId="{57848A34-5FB4-4272-8899-681DDF1AB2AA}" srcOrd="0" destOrd="0" presId="urn:microsoft.com/office/officeart/2005/8/layout/hList1"/>
    <dgm:cxn modelId="{B40A06FC-C962-4917-AD0D-9EE6E2859F79}" type="presOf" srcId="{F15169EB-FCFC-4F98-BCE6-C1A2C9404049}" destId="{94E75003-A5CC-4BD0-8F5D-A41B54D4421B}" srcOrd="0" destOrd="0" presId="urn:microsoft.com/office/officeart/2005/8/layout/hList1"/>
    <dgm:cxn modelId="{CA283BD6-0997-4226-AED1-8F4F78DAE8B7}" type="presParOf" srcId="{94E75003-A5CC-4BD0-8F5D-A41B54D4421B}" destId="{255A2055-B858-408B-A7F7-5B2FE4D8E773}" srcOrd="0" destOrd="0" presId="urn:microsoft.com/office/officeart/2005/8/layout/hList1"/>
    <dgm:cxn modelId="{045C13D8-21F6-4E9D-877D-AE8A0B2700EF}" type="presParOf" srcId="{255A2055-B858-408B-A7F7-5B2FE4D8E773}" destId="{57848A34-5FB4-4272-8899-681DDF1AB2AA}" srcOrd="0" destOrd="0" presId="urn:microsoft.com/office/officeart/2005/8/layout/hList1"/>
    <dgm:cxn modelId="{37DB52D6-3856-4957-AE53-82DE4EEDCEF5}" type="presParOf" srcId="{255A2055-B858-408B-A7F7-5B2FE4D8E773}" destId="{B9FC0C42-C93C-4100-8A5B-4F73CBDEF01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F08FDA-59BA-4F72-B307-FF5802C9D90B}">
      <dsp:nvSpPr>
        <dsp:cNvPr id="0" name=""/>
        <dsp:cNvSpPr/>
      </dsp:nvSpPr>
      <dsp:spPr>
        <a:xfrm>
          <a:off x="2775893" y="0"/>
          <a:ext cx="2576212" cy="10078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 err="1">
              <a:latin typeface="맑은 고딕" panose="020F0302020204030204"/>
            </a:rPr>
            <a:t>Simulate</a:t>
          </a:r>
          <a:r>
            <a:rPr lang="ko-KR" altLang="en-US" sz="1800" kern="1200" dirty="0">
              <a:latin typeface="맑은 고딕" panose="020F0302020204030204"/>
            </a:rPr>
            <a:t> </a:t>
          </a:r>
          <a:r>
            <a:rPr lang="ko-KR" altLang="en-US" sz="1800" kern="1200" dirty="0" err="1">
              <a:latin typeface="맑은 고딕" panose="020F0302020204030204"/>
            </a:rPr>
            <a:t>Physics</a:t>
          </a:r>
          <a:endParaRPr lang="ko-KR" altLang="en-US" sz="1800" kern="1200" dirty="0"/>
        </a:p>
      </dsp:txBody>
      <dsp:txXfrm>
        <a:off x="2805411" y="29518"/>
        <a:ext cx="2517176" cy="948773"/>
      </dsp:txXfrm>
    </dsp:sp>
    <dsp:sp modelId="{3662D5BF-5A72-4AE1-8B7C-B076E419FBF7}">
      <dsp:nvSpPr>
        <dsp:cNvPr id="0" name=""/>
        <dsp:cNvSpPr/>
      </dsp:nvSpPr>
      <dsp:spPr>
        <a:xfrm rot="5400000">
          <a:off x="3875035" y="1033004"/>
          <a:ext cx="377928" cy="4535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 rot="-5400000">
        <a:off x="3927945" y="1070797"/>
        <a:ext cx="272108" cy="264550"/>
      </dsp:txXfrm>
    </dsp:sp>
    <dsp:sp modelId="{FE33F0D2-AAEB-4159-8B8B-C90ACA5655AA}">
      <dsp:nvSpPr>
        <dsp:cNvPr id="0" name=""/>
        <dsp:cNvSpPr/>
      </dsp:nvSpPr>
      <dsp:spPr>
        <a:xfrm>
          <a:off x="2775893" y="1511713"/>
          <a:ext cx="2576212" cy="10078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맑은 고딕" panose="020F0302020204030204"/>
            </a:rPr>
            <a:t>Update from Jolt</a:t>
          </a:r>
        </a:p>
      </dsp:txBody>
      <dsp:txXfrm>
        <a:off x="2805411" y="1541231"/>
        <a:ext cx="2517176" cy="948773"/>
      </dsp:txXfrm>
    </dsp:sp>
    <dsp:sp modelId="{19C70F22-D456-4779-BF68-93D724E99BD7}">
      <dsp:nvSpPr>
        <dsp:cNvPr id="0" name=""/>
        <dsp:cNvSpPr/>
      </dsp:nvSpPr>
      <dsp:spPr>
        <a:xfrm rot="5400000">
          <a:off x="3875035" y="2544718"/>
          <a:ext cx="377928" cy="4535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 rot="-5400000">
        <a:off x="3927945" y="2582511"/>
        <a:ext cx="272108" cy="264550"/>
      </dsp:txXfrm>
    </dsp:sp>
    <dsp:sp modelId="{86D0F66C-89AB-4143-AD00-0DDFAE41B2EF}">
      <dsp:nvSpPr>
        <dsp:cNvPr id="0" name=""/>
        <dsp:cNvSpPr/>
      </dsp:nvSpPr>
      <dsp:spPr>
        <a:xfrm>
          <a:off x="2775893" y="3023427"/>
          <a:ext cx="2576212" cy="10078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 err="1">
              <a:latin typeface="맑은 고딕" panose="020F0302020204030204"/>
            </a:rPr>
            <a:t>Process</a:t>
          </a:r>
          <a:r>
            <a:rPr lang="ko-KR" altLang="en-US" sz="1800" kern="1200" dirty="0">
              <a:latin typeface="맑은 고딕" panose="020F0302020204030204"/>
            </a:rPr>
            <a:t> </a:t>
          </a:r>
          <a:r>
            <a:rPr lang="ko-KR" altLang="en-US" sz="1800" kern="1200" dirty="0" err="1">
              <a:latin typeface="맑은 고딕" panose="020F0302020204030204"/>
            </a:rPr>
            <a:t>physics</a:t>
          </a:r>
          <a:r>
            <a:rPr lang="ko-KR" altLang="en-US" sz="1800" kern="1200" dirty="0">
              <a:latin typeface="맑은 고딕" panose="020F0302020204030204"/>
            </a:rPr>
            <a:t> </a:t>
          </a:r>
          <a:r>
            <a:rPr lang="ko-KR" altLang="en-US" sz="1800" kern="1200" dirty="0" err="1">
              <a:latin typeface="맑은 고딕" panose="020F0302020204030204"/>
            </a:rPr>
            <a:t>events</a:t>
          </a:r>
          <a:br>
            <a:rPr lang="ko-KR" altLang="en-US" sz="1800" kern="1200" dirty="0">
              <a:latin typeface="맑은 고딕" panose="020F0302020204030204"/>
            </a:rPr>
          </a:br>
          <a:r>
            <a:rPr lang="ko-KR" altLang="en-US" sz="1800" kern="1200" dirty="0">
              <a:latin typeface="맑은 고딕" panose="020F0302020204030204"/>
            </a:rPr>
            <a:t>(</a:t>
          </a:r>
          <a:r>
            <a:rPr lang="ko-KR" altLang="en-US" sz="1800" kern="1200" dirty="0" err="1">
              <a:latin typeface="맑은 고딕" panose="020F0302020204030204"/>
            </a:rPr>
            <a:t>Hit</a:t>
          </a:r>
          <a:r>
            <a:rPr lang="ko-KR" altLang="en-US" sz="1800" kern="1200" dirty="0">
              <a:latin typeface="맑은 고딕" panose="020F0302020204030204"/>
            </a:rPr>
            <a:t>, </a:t>
          </a:r>
          <a:r>
            <a:rPr lang="ko-KR" altLang="en-US" sz="1800" kern="1200" dirty="0" err="1">
              <a:latin typeface="맑은 고딕" panose="020F0302020204030204"/>
            </a:rPr>
            <a:t>Overlap</a:t>
          </a:r>
          <a:r>
            <a:rPr lang="ko-KR" altLang="en-US" sz="1800" kern="1200" dirty="0">
              <a:latin typeface="맑은 고딕" panose="020F0302020204030204"/>
            </a:rPr>
            <a:t>...)</a:t>
          </a:r>
          <a:endParaRPr lang="ko-KR" altLang="en-US" sz="1800" kern="1200" dirty="0"/>
        </a:p>
      </dsp:txBody>
      <dsp:txXfrm>
        <a:off x="2805411" y="3052945"/>
        <a:ext cx="2517176" cy="9487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48A34-5FB4-4272-8899-681DDF1AB2AA}">
      <dsp:nvSpPr>
        <dsp:cNvPr id="0" name=""/>
        <dsp:cNvSpPr/>
      </dsp:nvSpPr>
      <dsp:spPr>
        <a:xfrm>
          <a:off x="0" y="123552"/>
          <a:ext cx="3161306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Projectile Actor</a:t>
          </a:r>
          <a:endParaRPr lang="ko-KR" altLang="en-US" sz="2000" kern="1200" dirty="0"/>
        </a:p>
      </dsp:txBody>
      <dsp:txXfrm>
        <a:off x="0" y="123552"/>
        <a:ext cx="3161306" cy="576000"/>
      </dsp:txXfrm>
    </dsp:sp>
    <dsp:sp modelId="{B9FC0C42-C93C-4100-8A5B-4F73CBDEF015}">
      <dsp:nvSpPr>
        <dsp:cNvPr id="0" name=""/>
        <dsp:cNvSpPr/>
      </dsp:nvSpPr>
      <dsp:spPr>
        <a:xfrm>
          <a:off x="0" y="699552"/>
          <a:ext cx="3161306" cy="878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 err="1"/>
            <a:t>StaticMeshComponent</a:t>
          </a:r>
          <a:endParaRPr lang="ko-KR" altLang="en-US" sz="2000" kern="1200" dirty="0"/>
        </a:p>
      </dsp:txBody>
      <dsp:txXfrm>
        <a:off x="0" y="699552"/>
        <a:ext cx="3161306" cy="878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48A34-5FB4-4272-8899-681DDF1AB2AA}">
      <dsp:nvSpPr>
        <dsp:cNvPr id="0" name=""/>
        <dsp:cNvSpPr/>
      </dsp:nvSpPr>
      <dsp:spPr>
        <a:xfrm>
          <a:off x="0" y="123552"/>
          <a:ext cx="3161306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Projectile Actor</a:t>
          </a:r>
          <a:endParaRPr lang="ko-KR" altLang="en-US" sz="2000" kern="1200" dirty="0"/>
        </a:p>
      </dsp:txBody>
      <dsp:txXfrm>
        <a:off x="0" y="123552"/>
        <a:ext cx="3161306" cy="576000"/>
      </dsp:txXfrm>
    </dsp:sp>
    <dsp:sp modelId="{B9FC0C42-C93C-4100-8A5B-4F73CBDEF015}">
      <dsp:nvSpPr>
        <dsp:cNvPr id="0" name=""/>
        <dsp:cNvSpPr/>
      </dsp:nvSpPr>
      <dsp:spPr>
        <a:xfrm>
          <a:off x="0" y="699552"/>
          <a:ext cx="3161306" cy="878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 err="1"/>
            <a:t>StaticMeshComponent</a:t>
          </a:r>
          <a:endParaRPr lang="ko-KR" altLang="en-US" sz="2000" kern="1200" dirty="0"/>
        </a:p>
      </dsp:txBody>
      <dsp:txXfrm>
        <a:off x="0" y="699552"/>
        <a:ext cx="3161306" cy="878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48A34-5FB4-4272-8899-681DDF1AB2AA}">
      <dsp:nvSpPr>
        <dsp:cNvPr id="0" name=""/>
        <dsp:cNvSpPr/>
      </dsp:nvSpPr>
      <dsp:spPr>
        <a:xfrm>
          <a:off x="0" y="123552"/>
          <a:ext cx="3161306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Projectile Actor</a:t>
          </a:r>
          <a:endParaRPr lang="ko-KR" altLang="en-US" sz="2000" kern="1200" dirty="0"/>
        </a:p>
      </dsp:txBody>
      <dsp:txXfrm>
        <a:off x="0" y="123552"/>
        <a:ext cx="3161306" cy="576000"/>
      </dsp:txXfrm>
    </dsp:sp>
    <dsp:sp modelId="{B9FC0C42-C93C-4100-8A5B-4F73CBDEF015}">
      <dsp:nvSpPr>
        <dsp:cNvPr id="0" name=""/>
        <dsp:cNvSpPr/>
      </dsp:nvSpPr>
      <dsp:spPr>
        <a:xfrm>
          <a:off x="0" y="699552"/>
          <a:ext cx="3161306" cy="878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000" kern="1200" dirty="0" err="1"/>
            <a:t>StaticMeshComponent</a:t>
          </a:r>
          <a:endParaRPr lang="ko-KR" altLang="en-US" sz="2000" kern="1200" dirty="0"/>
        </a:p>
      </dsp:txBody>
      <dsp:txXfrm>
        <a:off x="0" y="699552"/>
        <a:ext cx="3161306" cy="8784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48A34-5FB4-4272-8899-681DDF1AB2AA}">
      <dsp:nvSpPr>
        <dsp:cNvPr id="0" name=""/>
        <dsp:cNvSpPr/>
      </dsp:nvSpPr>
      <dsp:spPr>
        <a:xfrm>
          <a:off x="0" y="159912"/>
          <a:ext cx="3161306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900" kern="1200" dirty="0"/>
            <a:t>Projectile Spawner Actor</a:t>
          </a:r>
          <a:endParaRPr lang="ko-KR" altLang="en-US" sz="1900" kern="1200" dirty="0"/>
        </a:p>
      </dsp:txBody>
      <dsp:txXfrm>
        <a:off x="0" y="159912"/>
        <a:ext cx="3161306" cy="547200"/>
      </dsp:txXfrm>
    </dsp:sp>
    <dsp:sp modelId="{B9FC0C42-C93C-4100-8A5B-4F73CBDEF015}">
      <dsp:nvSpPr>
        <dsp:cNvPr id="0" name=""/>
        <dsp:cNvSpPr/>
      </dsp:nvSpPr>
      <dsp:spPr>
        <a:xfrm>
          <a:off x="0" y="707112"/>
          <a:ext cx="3161306" cy="8344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900" kern="1200"/>
            <a:t>ObjectAnimComponent</a:t>
          </a:r>
          <a:endParaRPr lang="ko-KR" altLang="en-US" sz="1900" kern="1200" dirty="0"/>
        </a:p>
      </dsp:txBody>
      <dsp:txXfrm>
        <a:off x="0" y="707112"/>
        <a:ext cx="3161306" cy="834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18" Type="http://schemas.openxmlformats.org/officeDocument/2006/relationships/diagramLayout" Target="../diagrams/layout5.xml"/><Relationship Id="rId3" Type="http://schemas.openxmlformats.org/officeDocument/2006/relationships/diagramLayout" Target="../diagrams/layout2.xml"/><Relationship Id="rId21" Type="http://schemas.microsoft.com/office/2007/relationships/diagramDrawing" Target="../diagrams/drawing5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17" Type="http://schemas.openxmlformats.org/officeDocument/2006/relationships/diagramData" Target="../diagrams/data5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20" Type="http://schemas.openxmlformats.org/officeDocument/2006/relationships/diagramColors" Target="../diagrams/colors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19" Type="http://schemas.openxmlformats.org/officeDocument/2006/relationships/diagramQuickStyle" Target="../diagrams/quickStyle5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>
                <a:ea typeface="맑은 고딕"/>
              </a:rPr>
              <a:t>3</a:t>
            </a:r>
            <a:r>
              <a:rPr lang="ko-KR" altLang="en-US" b="1" dirty="0">
                <a:ea typeface="맑은 고딕"/>
              </a:rPr>
              <a:t>주차 과제 발표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애니메이션 1실 김동근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1D4B7-209A-A5EF-673E-2A8FAA025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목차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E2A5DE-3AEB-5C21-7CB9-85689DE5E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ea typeface="맑은 고딕"/>
              </a:rPr>
              <a:t>물리 엔진 버그 수정</a:t>
            </a:r>
            <a:endParaRPr lang="ko-KR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ea typeface="맑은 고딕"/>
              </a:rPr>
              <a:t>애니메이션 기반 </a:t>
            </a:r>
            <a:r>
              <a:rPr lang="en-US" altLang="ko-KR" dirty="0">
                <a:ea typeface="맑은 고딕"/>
              </a:rPr>
              <a:t>Projectile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ea typeface="맑은 고딕"/>
              </a:rPr>
              <a:t>최적화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74286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E5D9F-363A-D4C3-4E60-D67D8CFE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물리 엔진 버그 수정</a:t>
            </a:r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81BFCBD4-8FA8-D1FA-D3B0-DFEE018E2C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1945524"/>
              </p:ext>
            </p:extLst>
          </p:nvPr>
        </p:nvGraphicFramePr>
        <p:xfrm>
          <a:off x="-1832777" y="1690688"/>
          <a:ext cx="8128000" cy="4031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9FB37401-7CB5-65B8-249E-AD932AA8BD6C}"/>
              </a:ext>
            </a:extLst>
          </p:cNvPr>
          <p:cNvSpPr/>
          <p:nvPr/>
        </p:nvSpPr>
        <p:spPr>
          <a:xfrm>
            <a:off x="4887402" y="1820848"/>
            <a:ext cx="2417196" cy="78718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물리 이벤트 스레드</a:t>
            </a:r>
            <a:endParaRPr lang="ko-KR" altLang="en-US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F993768A-E8C0-4A5B-CABF-7F16F1087FAC}"/>
              </a:ext>
            </a:extLst>
          </p:cNvPr>
          <p:cNvSpPr/>
          <p:nvPr/>
        </p:nvSpPr>
        <p:spPr>
          <a:xfrm>
            <a:off x="3808674" y="2011680"/>
            <a:ext cx="826935" cy="40551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040077DD-B515-BCC3-0908-5114182AA728}"/>
              </a:ext>
            </a:extLst>
          </p:cNvPr>
          <p:cNvSpPr/>
          <p:nvPr/>
        </p:nvSpPr>
        <p:spPr>
          <a:xfrm>
            <a:off x="5814202" y="2778267"/>
            <a:ext cx="563595" cy="1927457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F1528A3-94C8-AFF1-FA67-6C2BEFA6EF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7989" y="4875963"/>
            <a:ext cx="3003140" cy="2913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6C5B94-46CB-C25D-0B2C-BF04DBBDB30F}"/>
              </a:ext>
            </a:extLst>
          </p:cNvPr>
          <p:cNvSpPr txBox="1"/>
          <p:nvPr/>
        </p:nvSpPr>
        <p:spPr>
          <a:xfrm>
            <a:off x="7784327" y="2648164"/>
            <a:ext cx="3943847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Mutex Lock</a:t>
            </a:r>
            <a:r>
              <a:rPr lang="ko-KR" altLang="en-US" dirty="0"/>
              <a:t>으로 보호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액터</a:t>
            </a:r>
            <a:r>
              <a:rPr lang="en-US" altLang="ko-KR" dirty="0"/>
              <a:t>/</a:t>
            </a:r>
            <a:r>
              <a:rPr lang="ko-KR" altLang="en-US" dirty="0"/>
              <a:t>컴포넌트 생명</a:t>
            </a:r>
            <a:r>
              <a:rPr lang="en-US" altLang="ko-KR" dirty="0"/>
              <a:t>/</a:t>
            </a:r>
            <a:r>
              <a:rPr lang="ko-KR" altLang="en-US" dirty="0"/>
              <a:t>소유권 관리</a:t>
            </a:r>
            <a:br>
              <a:rPr lang="en-US" altLang="ko-KR" dirty="0"/>
            </a:br>
            <a:r>
              <a:rPr lang="en-US" altLang="ko-KR" dirty="0"/>
              <a:t>Unique </a:t>
            </a:r>
            <a:r>
              <a:rPr lang="en-US" altLang="ko-KR" dirty="0" err="1"/>
              <a:t>ptr</a:t>
            </a:r>
            <a:r>
              <a:rPr lang="en-US" altLang="ko-KR" dirty="0"/>
              <a:t> + Raw </a:t>
            </a:r>
            <a:r>
              <a:rPr lang="en-US" altLang="ko-KR" dirty="0" err="1"/>
              <a:t>ptr</a:t>
            </a:r>
            <a:br>
              <a:rPr lang="en-US" altLang="ko-KR" dirty="0"/>
            </a:br>
            <a:r>
              <a:rPr lang="en-US" altLang="ko-KR" dirty="0"/>
              <a:t>-&gt; Shared </a:t>
            </a:r>
            <a:r>
              <a:rPr lang="en-US" altLang="ko-KR" dirty="0" err="1"/>
              <a:t>ptr</a:t>
            </a:r>
            <a:r>
              <a:rPr lang="en-US" altLang="ko-KR" dirty="0"/>
              <a:t> + Weak </a:t>
            </a:r>
            <a:r>
              <a:rPr lang="en-US" altLang="ko-KR" dirty="0" err="1"/>
              <a:t>ptr</a:t>
            </a:r>
            <a:br>
              <a:rPr lang="en-US" altLang="ko-KR" dirty="0"/>
            </a:br>
            <a:r>
              <a:rPr lang="ko-KR" altLang="en-US" dirty="0"/>
              <a:t>스레드에서 안전하게 접근</a:t>
            </a:r>
          </a:p>
        </p:txBody>
      </p:sp>
    </p:spTree>
    <p:extLst>
      <p:ext uri="{BB962C8B-B14F-4D97-AF65-F5344CB8AC3E}">
        <p14:creationId xmlns:p14="http://schemas.microsoft.com/office/powerpoint/2010/main" val="2736509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BFC23-B939-BF44-5766-C7B5D64A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애니메이션 기반 </a:t>
            </a:r>
            <a:r>
              <a:rPr lang="en-US" altLang="ko-KR" b="1" dirty="0"/>
              <a:t>Projectile</a:t>
            </a:r>
            <a:endParaRPr lang="ko-KR" altLang="en-US" b="1" dirty="0"/>
          </a:p>
        </p:txBody>
      </p:sp>
      <p:pic>
        <p:nvPicPr>
          <p:cNvPr id="12" name="내용 개체 틀 11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D780B3-1A58-9F63-43FB-E140C222D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73" y="2214647"/>
            <a:ext cx="4572000" cy="3048000"/>
          </a:xfrm>
        </p:spPr>
      </p:pic>
      <p:pic>
        <p:nvPicPr>
          <p:cNvPr id="14" name="그림 13" descr="바닥재, 널빤지, 바닥, 갈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345FD0-BDF0-2FE2-B8E6-16C775CB3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038" y="2024147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26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2CCDE-F46D-80FF-CC93-82FE74EE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D50A2-508C-C867-1353-3C334465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애니메이션 기반 </a:t>
            </a:r>
            <a:r>
              <a:rPr lang="en-US" altLang="ko-KR" b="1" dirty="0"/>
              <a:t>Projectile</a:t>
            </a:r>
            <a:endParaRPr lang="ko-KR" altLang="en-US" b="1" dirty="0"/>
          </a:p>
        </p:txBody>
      </p:sp>
      <p:pic>
        <p:nvPicPr>
          <p:cNvPr id="6" name="내용 개체 틀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2B97C5-29E1-E5CE-9EB0-D25E84376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7837" y="2667186"/>
            <a:ext cx="6470516" cy="1110572"/>
          </a:xfrm>
          <a:prstGeom prst="rect">
            <a:avLst/>
          </a:prstGeom>
        </p:spPr>
      </p:pic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FB019E-DAC7-A0BA-171D-FDBAEF747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0681"/>
            <a:ext cx="3419952" cy="2743583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E2826980-C778-AFFD-A4FB-71A0E9B3F384}"/>
              </a:ext>
            </a:extLst>
          </p:cNvPr>
          <p:cNvSpPr/>
          <p:nvPr/>
        </p:nvSpPr>
        <p:spPr>
          <a:xfrm>
            <a:off x="4424803" y="2886867"/>
            <a:ext cx="486383" cy="671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D0703E8E-527C-3F41-827F-20692F77F810}"/>
              </a:ext>
            </a:extLst>
          </p:cNvPr>
          <p:cNvSpPr/>
          <p:nvPr/>
        </p:nvSpPr>
        <p:spPr>
          <a:xfrm rot="5400000">
            <a:off x="8026263" y="3850300"/>
            <a:ext cx="486383" cy="671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9EA6F986-E35B-2178-2BD4-3E646B9110C0}"/>
              </a:ext>
            </a:extLst>
          </p:cNvPr>
          <p:cNvSpPr/>
          <p:nvPr/>
        </p:nvSpPr>
        <p:spPr>
          <a:xfrm>
            <a:off x="6142015" y="4830148"/>
            <a:ext cx="4342159" cy="818184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 err="1">
                <a:solidFill>
                  <a:schemeClr val="tx1"/>
                </a:solidFill>
              </a:rPr>
              <a:t>ObjectAnimComponent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725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8FB4-C1CE-7B72-5A87-7A54C1B3D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21A51-B945-DCB5-CC61-DA7F2D06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애니메이션 기반 </a:t>
            </a:r>
            <a:r>
              <a:rPr lang="en-US" altLang="ko-KR" b="1" dirty="0"/>
              <a:t>Projectile</a:t>
            </a:r>
            <a:endParaRPr lang="ko-KR" altLang="en-US" b="1" dirty="0"/>
          </a:p>
        </p:txBody>
      </p:sp>
      <p:graphicFrame>
        <p:nvGraphicFramePr>
          <p:cNvPr id="7" name="다이어그램 6">
            <a:extLst>
              <a:ext uri="{FF2B5EF4-FFF2-40B4-BE49-F238E27FC236}">
                <a16:creationId xmlns:a16="http://schemas.microsoft.com/office/drawing/2014/main" id="{936EA591-4201-F83A-754B-71FD34A958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5397498"/>
              </p:ext>
            </p:extLst>
          </p:nvPr>
        </p:nvGraphicFramePr>
        <p:xfrm>
          <a:off x="7542475" y="1424712"/>
          <a:ext cx="3161306" cy="170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다이어그램 10">
            <a:extLst>
              <a:ext uri="{FF2B5EF4-FFF2-40B4-BE49-F238E27FC236}">
                <a16:creationId xmlns:a16="http://schemas.microsoft.com/office/drawing/2014/main" id="{ADF6EDFC-AFA2-B6D4-4C13-897875115F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5902723"/>
              </p:ext>
            </p:extLst>
          </p:nvPr>
        </p:nvGraphicFramePr>
        <p:xfrm>
          <a:off x="7542475" y="3126216"/>
          <a:ext cx="3161306" cy="170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2" name="다이어그램 11">
            <a:extLst>
              <a:ext uri="{FF2B5EF4-FFF2-40B4-BE49-F238E27FC236}">
                <a16:creationId xmlns:a16="http://schemas.microsoft.com/office/drawing/2014/main" id="{62C96465-F6B0-7E5D-0385-ABEB09A2C0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578323"/>
              </p:ext>
            </p:extLst>
          </p:nvPr>
        </p:nvGraphicFramePr>
        <p:xfrm>
          <a:off x="7542475" y="4827720"/>
          <a:ext cx="3161306" cy="170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4ADD150C-5D8D-C745-8A59-AD82D52C4E51}"/>
              </a:ext>
            </a:extLst>
          </p:cNvPr>
          <p:cNvGrpSpPr/>
          <p:nvPr/>
        </p:nvGrpSpPr>
        <p:grpSpPr>
          <a:xfrm>
            <a:off x="838200" y="3126216"/>
            <a:ext cx="3956438" cy="1701504"/>
            <a:chOff x="1100593" y="2860240"/>
            <a:chExt cx="3956438" cy="1701504"/>
          </a:xfrm>
        </p:grpSpPr>
        <p:graphicFrame>
          <p:nvGraphicFramePr>
            <p:cNvPr id="5" name="다이어그램 4">
              <a:extLst>
                <a:ext uri="{FF2B5EF4-FFF2-40B4-BE49-F238E27FC236}">
                  <a16:creationId xmlns:a16="http://schemas.microsoft.com/office/drawing/2014/main" id="{EF793204-BDA4-5B42-5513-52A6B035D3C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70023989"/>
                </p:ext>
              </p:extLst>
            </p:nvPr>
          </p:nvGraphicFramePr>
          <p:xfrm>
            <a:off x="1100593" y="2860240"/>
            <a:ext cx="3161306" cy="170150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1CA5CA1-B965-28B1-D523-952A9720450C}"/>
                </a:ext>
              </a:extLst>
            </p:cNvPr>
            <p:cNvSpPr txBox="1"/>
            <p:nvPr/>
          </p:nvSpPr>
          <p:spPr>
            <a:xfrm>
              <a:off x="4420925" y="3526326"/>
              <a:ext cx="6361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Tick</a:t>
              </a:r>
              <a:endParaRPr lang="ko-KR" altLang="en-US" b="1" dirty="0"/>
            </a:p>
          </p:txBody>
        </p: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4BB1CEA-652D-DE1C-8972-35694313BF60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4794638" y="2409245"/>
            <a:ext cx="2472854" cy="1567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C205F88-FD24-2001-C16F-8A4EA5BA21C9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794638" y="3976968"/>
            <a:ext cx="24728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2A32A84-FC33-CB2A-85B5-70A3C0986F41}"/>
              </a:ext>
            </a:extLst>
          </p:cNvPr>
          <p:cNvCxnSpPr>
            <a:stCxn id="14" idx="3"/>
          </p:cNvCxnSpPr>
          <p:nvPr/>
        </p:nvCxnSpPr>
        <p:spPr>
          <a:xfrm>
            <a:off x="4794638" y="3976968"/>
            <a:ext cx="2472854" cy="1787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A10C3F-DC46-74B3-C67D-003787C5360E}"/>
              </a:ext>
            </a:extLst>
          </p:cNvPr>
          <p:cNvSpPr txBox="1"/>
          <p:nvPr/>
        </p:nvSpPr>
        <p:spPr>
          <a:xfrm>
            <a:off x="5242229" y="3638415"/>
            <a:ext cx="2025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/>
              <a:t>SetActorTransform</a:t>
            </a:r>
            <a:endParaRPr lang="ko-KR" altLang="en-US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68BAA2-1736-D2B2-97A9-81B879E8D2F7}"/>
              </a:ext>
            </a:extLst>
          </p:cNvPr>
          <p:cNvSpPr txBox="1"/>
          <p:nvPr/>
        </p:nvSpPr>
        <p:spPr>
          <a:xfrm rot="19643623">
            <a:off x="5194424" y="2714967"/>
            <a:ext cx="2025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/>
              <a:t>SetActorTransform</a:t>
            </a:r>
            <a:endParaRPr lang="ko-KR" altLang="en-US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73107D-22F5-BDE2-AC9C-60134C406412}"/>
              </a:ext>
            </a:extLst>
          </p:cNvPr>
          <p:cNvSpPr txBox="1"/>
          <p:nvPr/>
        </p:nvSpPr>
        <p:spPr>
          <a:xfrm rot="2163029">
            <a:off x="5324895" y="4701554"/>
            <a:ext cx="2025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/>
              <a:t>SetActorTransform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39885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95BAF-0805-9E51-50A0-7D99CD6C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애니메이션 기반 </a:t>
            </a:r>
            <a:r>
              <a:rPr lang="en-US" altLang="ko-KR" b="1" dirty="0"/>
              <a:t>Projectile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5E7697-CB3E-7DF0-5B4D-811AF70F5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Bone</a:t>
            </a:r>
            <a:r>
              <a:rPr lang="ko-KR" altLang="en-US" dirty="0"/>
              <a:t>이 없기 때문에 특정한 메시</a:t>
            </a:r>
            <a:r>
              <a:rPr lang="en-US" altLang="ko-KR" dirty="0"/>
              <a:t>, </a:t>
            </a:r>
            <a:r>
              <a:rPr lang="ko-KR" altLang="en-US" dirty="0" err="1"/>
              <a:t>액터에</a:t>
            </a:r>
            <a:r>
              <a:rPr lang="ko-KR" altLang="en-US" dirty="0"/>
              <a:t> 종속되지 않음</a:t>
            </a:r>
            <a:endParaRPr lang="en-US" altLang="ko-KR" dirty="0"/>
          </a:p>
          <a:p>
            <a:r>
              <a:rPr lang="en-US" altLang="ko-KR" dirty="0"/>
              <a:t>Spawner</a:t>
            </a:r>
            <a:r>
              <a:rPr lang="ko-KR" altLang="en-US" dirty="0"/>
              <a:t>가 </a:t>
            </a:r>
            <a:r>
              <a:rPr lang="en-US" altLang="ko-KR" dirty="0"/>
              <a:t>Projectile</a:t>
            </a:r>
            <a:r>
              <a:rPr lang="ko-KR" altLang="en-US" dirty="0"/>
              <a:t>의 애니메이션을 모두 재생한 후</a:t>
            </a:r>
            <a:r>
              <a:rPr lang="en-US" altLang="ko-KR" dirty="0"/>
              <a:t>(</a:t>
            </a:r>
            <a:r>
              <a:rPr lang="ko-KR" altLang="en-US" dirty="0"/>
              <a:t>혹은 중간에</a:t>
            </a:r>
            <a:r>
              <a:rPr lang="en-US" altLang="ko-KR" dirty="0"/>
              <a:t>) </a:t>
            </a:r>
            <a:r>
              <a:rPr lang="ko-KR" altLang="en-US" dirty="0"/>
              <a:t>해당 </a:t>
            </a:r>
            <a:r>
              <a:rPr lang="en-US" altLang="ko-KR" dirty="0"/>
              <a:t>Projectile</a:t>
            </a:r>
            <a:r>
              <a:rPr lang="ko-KR" altLang="en-US" dirty="0"/>
              <a:t>을 놓아 줄 경우</a:t>
            </a:r>
            <a:r>
              <a:rPr lang="en-US" altLang="ko-KR" dirty="0"/>
              <a:t>, </a:t>
            </a:r>
            <a:r>
              <a:rPr lang="ko-KR" altLang="en-US" dirty="0"/>
              <a:t>이후 </a:t>
            </a:r>
            <a:r>
              <a:rPr lang="en-US" altLang="ko-KR" dirty="0"/>
              <a:t>Projectile</a:t>
            </a:r>
            <a:r>
              <a:rPr lang="ko-KR" altLang="en-US" dirty="0"/>
              <a:t>이 자유롭게 움직일 수 있음</a:t>
            </a:r>
            <a:endParaRPr lang="en-US" altLang="ko-KR" dirty="0"/>
          </a:p>
          <a:p>
            <a:r>
              <a:rPr lang="en-US" altLang="ko-KR" dirty="0" err="1"/>
              <a:t>ObjectAnimComponent</a:t>
            </a:r>
            <a:r>
              <a:rPr lang="ko-KR" altLang="en-US" dirty="0"/>
              <a:t>는 </a:t>
            </a:r>
            <a:r>
              <a:rPr lang="ko-KR" altLang="en-US" dirty="0" err="1"/>
              <a:t>위치값을</a:t>
            </a:r>
            <a:r>
              <a:rPr lang="ko-KR" altLang="en-US" dirty="0"/>
              <a:t> 갖기 때문에</a:t>
            </a:r>
            <a:r>
              <a:rPr lang="en-US" altLang="ko-KR" dirty="0"/>
              <a:t>, </a:t>
            </a:r>
            <a:r>
              <a:rPr lang="ko-KR" altLang="en-US" dirty="0"/>
              <a:t>컴포넌트의 위치만 옮겨주면 </a:t>
            </a:r>
            <a:r>
              <a:rPr lang="en-US" altLang="ko-KR" dirty="0"/>
              <a:t>Projectile</a:t>
            </a:r>
            <a:r>
              <a:rPr lang="ko-KR" altLang="en-US" dirty="0"/>
              <a:t>의 위치를 쉽게 조절 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91470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D75F-E1FB-FAB2-0C62-9AB9489CC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9235F-F8DD-A634-FDA5-23E3566E3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애니메이션 기반 </a:t>
            </a:r>
            <a:r>
              <a:rPr lang="en-US" altLang="ko-KR" b="1" dirty="0"/>
              <a:t>Projectile</a:t>
            </a:r>
            <a:endParaRPr lang="ko-KR" altLang="en-US" b="1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CF4ABD-CA3F-0FE2-63B7-FE0ABE930802}"/>
              </a:ext>
            </a:extLst>
          </p:cNvPr>
          <p:cNvSpPr/>
          <p:nvPr/>
        </p:nvSpPr>
        <p:spPr>
          <a:xfrm>
            <a:off x="1618090" y="2480807"/>
            <a:ext cx="1049572" cy="2695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 err="1"/>
              <a:t>액터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5BFFE1D-9D62-2548-4CD2-A17456A7038C}"/>
              </a:ext>
            </a:extLst>
          </p:cNvPr>
          <p:cNvGrpSpPr/>
          <p:nvPr/>
        </p:nvGrpSpPr>
        <p:grpSpPr>
          <a:xfrm>
            <a:off x="616226" y="4393095"/>
            <a:ext cx="4579951" cy="1566407"/>
            <a:chOff x="2282025" y="4238045"/>
            <a:chExt cx="4579951" cy="1566407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96514DAC-9FC5-987E-4FCB-ECDFA3376692}"/>
                </a:ext>
              </a:extLst>
            </p:cNvPr>
            <p:cNvSpPr/>
            <p:nvPr/>
          </p:nvSpPr>
          <p:spPr>
            <a:xfrm>
              <a:off x="3717235" y="4997394"/>
              <a:ext cx="182881" cy="18288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E65E648-96D3-9367-4B62-72ED661DC7D9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 flipV="1">
              <a:off x="3900116" y="5088834"/>
              <a:ext cx="2961860" cy="1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AAB84563-D89D-BEFD-B7F9-7210EDB92C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1921" y="4238045"/>
              <a:ext cx="2930055" cy="850789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0019F8FB-4172-9A2F-EFEC-BD826034FA5B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3900116" y="5088835"/>
              <a:ext cx="2961860" cy="71561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말풍선: 사각형 35">
              <a:extLst>
                <a:ext uri="{FF2B5EF4-FFF2-40B4-BE49-F238E27FC236}">
                  <a16:creationId xmlns:a16="http://schemas.microsoft.com/office/drawing/2014/main" id="{6C413F9B-C91A-B324-E6E5-120AB719FD65}"/>
                </a:ext>
              </a:extLst>
            </p:cNvPr>
            <p:cNvSpPr/>
            <p:nvPr/>
          </p:nvSpPr>
          <p:spPr>
            <a:xfrm>
              <a:off x="2282025" y="5379057"/>
              <a:ext cx="2107096" cy="310100"/>
            </a:xfrm>
            <a:prstGeom prst="wedgeRectCallout">
              <a:avLst>
                <a:gd name="adj1" fmla="val 21809"/>
                <a:gd name="adj2" fmla="val -9903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chemeClr val="tx1"/>
                  </a:solidFill>
                </a:rPr>
                <a:t>ObjectAnimComponent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EFCA4F0-1104-3E14-1FE5-9F61953A803B}"/>
              </a:ext>
            </a:extLst>
          </p:cNvPr>
          <p:cNvSpPr/>
          <p:nvPr/>
        </p:nvSpPr>
        <p:spPr>
          <a:xfrm>
            <a:off x="6964017" y="2480807"/>
            <a:ext cx="1049572" cy="2695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 err="1"/>
              <a:t>액터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90EDE7C-22FA-1083-9559-75BB0983D694}"/>
              </a:ext>
            </a:extLst>
          </p:cNvPr>
          <p:cNvGrpSpPr/>
          <p:nvPr/>
        </p:nvGrpSpPr>
        <p:grpSpPr>
          <a:xfrm>
            <a:off x="5993959" y="1626041"/>
            <a:ext cx="4579951" cy="1566407"/>
            <a:chOff x="2282025" y="4238045"/>
            <a:chExt cx="4579951" cy="156640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B6D9349-31C7-AF6D-65E2-6DE5B0549824}"/>
                </a:ext>
              </a:extLst>
            </p:cNvPr>
            <p:cNvSpPr/>
            <p:nvPr/>
          </p:nvSpPr>
          <p:spPr>
            <a:xfrm>
              <a:off x="3717235" y="4997394"/>
              <a:ext cx="182881" cy="18288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E2AE5DD9-E93F-7406-A38A-BAEB5BAADA91}"/>
                </a:ext>
              </a:extLst>
            </p:cNvPr>
            <p:cNvCxnSpPr>
              <a:cxnSpLocks/>
              <a:stCxn id="40" idx="6"/>
            </p:cNvCxnSpPr>
            <p:nvPr/>
          </p:nvCxnSpPr>
          <p:spPr>
            <a:xfrm flipV="1">
              <a:off x="3900116" y="5088834"/>
              <a:ext cx="2961860" cy="1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890FDA12-FE69-FF4B-3E74-3B1AF7B56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1921" y="4238045"/>
              <a:ext cx="2930055" cy="850789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88FAA8C4-BB4F-03B0-6EB8-2C35362EA2EE}"/>
                </a:ext>
              </a:extLst>
            </p:cNvPr>
            <p:cNvCxnSpPr>
              <a:cxnSpLocks/>
              <a:stCxn id="40" idx="6"/>
            </p:cNvCxnSpPr>
            <p:nvPr/>
          </p:nvCxnSpPr>
          <p:spPr>
            <a:xfrm>
              <a:off x="3900116" y="5088835"/>
              <a:ext cx="2961860" cy="71561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말풍선: 사각형 43">
              <a:extLst>
                <a:ext uri="{FF2B5EF4-FFF2-40B4-BE49-F238E27FC236}">
                  <a16:creationId xmlns:a16="http://schemas.microsoft.com/office/drawing/2014/main" id="{CE406A4B-E968-4260-99A9-90C4721D5CA9}"/>
                </a:ext>
              </a:extLst>
            </p:cNvPr>
            <p:cNvSpPr/>
            <p:nvPr/>
          </p:nvSpPr>
          <p:spPr>
            <a:xfrm>
              <a:off x="2282025" y="4575976"/>
              <a:ext cx="2107096" cy="310100"/>
            </a:xfrm>
            <a:prstGeom prst="wedgeRectCallout">
              <a:avLst>
                <a:gd name="adj1" fmla="val 21809"/>
                <a:gd name="adj2" fmla="val 7788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chemeClr val="tx1"/>
                  </a:solidFill>
                </a:rPr>
                <a:t>ObjectAnimComponent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4117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2F96C-8F3C-F239-86A7-C8F20AED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</a:t>
            </a:r>
            <a:r>
              <a:rPr lang="en-US" altLang="ko-KR" b="1" dirty="0"/>
              <a:t>: </a:t>
            </a:r>
            <a:r>
              <a:rPr lang="ko-KR" altLang="en-US" b="1" dirty="0"/>
              <a:t>대용량 </a:t>
            </a:r>
            <a:r>
              <a:rPr lang="en-US" altLang="ko-KR" b="1" dirty="0"/>
              <a:t>XML </a:t>
            </a:r>
            <a:r>
              <a:rPr lang="ko-KR" altLang="en-US" b="1" dirty="0"/>
              <a:t>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BA3459-E195-CA8E-AED7-4CBE57148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100,000 Frame</a:t>
            </a:r>
          </a:p>
          <a:p>
            <a:r>
              <a:rPr lang="en-US" altLang="ko-KR" dirty="0"/>
              <a:t>135MB</a:t>
            </a:r>
          </a:p>
          <a:p>
            <a:pPr marL="0" indent="0">
              <a:buNone/>
            </a:pP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60F2B37-05AE-3473-546A-383CE056F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97737"/>
              </p:ext>
            </p:extLst>
          </p:nvPr>
        </p:nvGraphicFramePr>
        <p:xfrm>
          <a:off x="2426538" y="3106860"/>
          <a:ext cx="7338924" cy="224093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030874">
                  <a:extLst>
                    <a:ext uri="{9D8B030D-6E8A-4147-A177-3AD203B41FA5}">
                      <a16:colId xmlns:a16="http://schemas.microsoft.com/office/drawing/2014/main" val="2374379353"/>
                    </a:ext>
                  </a:extLst>
                </a:gridCol>
                <a:gridCol w="2187019">
                  <a:extLst>
                    <a:ext uri="{9D8B030D-6E8A-4147-A177-3AD203B41FA5}">
                      <a16:colId xmlns:a16="http://schemas.microsoft.com/office/drawing/2014/main" val="587336318"/>
                    </a:ext>
                  </a:extLst>
                </a:gridCol>
                <a:gridCol w="2121031">
                  <a:extLst>
                    <a:ext uri="{9D8B030D-6E8A-4147-A177-3AD203B41FA5}">
                      <a16:colId xmlns:a16="http://schemas.microsoft.com/office/drawing/2014/main" val="661680372"/>
                    </a:ext>
                  </a:extLst>
                </a:gridCol>
              </a:tblGrid>
              <a:tr h="34257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파일 크기</a:t>
                      </a:r>
                      <a:r>
                        <a:rPr lang="en-US" altLang="ko-KR" dirty="0"/>
                        <a:t>(MB)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로딩 속도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ms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8644"/>
                  </a:ext>
                </a:extLst>
              </a:tr>
              <a:tr h="3425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XML </a:t>
                      </a:r>
                      <a:r>
                        <a:rPr lang="ko-KR" altLang="en-US" dirty="0"/>
                        <a:t>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6646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3311"/>
                  </a:ext>
                </a:extLst>
              </a:tr>
              <a:tr h="3425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XML + </a:t>
                      </a:r>
                      <a:r>
                        <a:rPr lang="en-US" altLang="ko-KR" dirty="0" err="1"/>
                        <a:t>zlib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6029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19561"/>
                  </a:ext>
                </a:extLst>
              </a:tr>
              <a:tr h="3425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Binary + </a:t>
                      </a:r>
                      <a:r>
                        <a:rPr lang="en-US" altLang="ko-KR" dirty="0" err="1"/>
                        <a:t>zlib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869042"/>
                  </a:ext>
                </a:extLst>
              </a:tr>
              <a:tr h="3425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Binary + lz4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521025"/>
                  </a:ext>
                </a:extLst>
              </a:tr>
              <a:tr h="4121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Binary + lz4 + Zero-Copy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192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030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38E15-68FB-962C-F88C-A6CFE3A5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</a:t>
            </a:r>
            <a:r>
              <a:rPr lang="en-US" altLang="ko-KR" b="1" dirty="0"/>
              <a:t>: </a:t>
            </a:r>
            <a:r>
              <a:rPr lang="ko-KR" altLang="en-US" b="1" dirty="0"/>
              <a:t>대용량 </a:t>
            </a:r>
            <a:r>
              <a:rPr lang="en-US" altLang="ko-KR" b="1" dirty="0"/>
              <a:t>XML </a:t>
            </a:r>
            <a:r>
              <a:rPr lang="ko-KR" altLang="en-US" b="1" dirty="0"/>
              <a:t>파일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11E5A0D-657A-CB99-E504-C5E9983AB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604148"/>
              </p:ext>
            </p:extLst>
          </p:nvPr>
        </p:nvGraphicFramePr>
        <p:xfrm>
          <a:off x="2032000" y="2888774"/>
          <a:ext cx="8127999" cy="222504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074823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91372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81634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개</a:t>
                      </a:r>
                      <a:r>
                        <a:rPr lang="en-US" altLang="ko-KR" dirty="0"/>
                        <a:t>(</a:t>
                      </a:r>
                      <a:r>
                        <a:rPr lang="el-GR" altLang="ko-K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</a:t>
                      </a:r>
                      <a:r>
                        <a:rPr lang="ko-KR" altLang="en-US" dirty="0"/>
                        <a:t>개</a:t>
                      </a:r>
                      <a:r>
                        <a:rPr lang="en-US" altLang="ko-KR" dirty="0"/>
                        <a:t>(</a:t>
                      </a:r>
                      <a:r>
                        <a:rPr lang="el-GR" altLang="ko-K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42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UnorderedMap</a:t>
                      </a:r>
                      <a:r>
                        <a:rPr lang="en-US" altLang="ko-KR" dirty="0"/>
                        <a:t> + BS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002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구조체 포인터 </a:t>
                      </a:r>
                      <a:r>
                        <a:rPr lang="en-US" altLang="ko-KR" dirty="0"/>
                        <a:t>+ BS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23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인덱스 </a:t>
                      </a:r>
                      <a:r>
                        <a:rPr lang="ko-KR" altLang="en-US" dirty="0" err="1"/>
                        <a:t>캐싱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30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+ </a:t>
                      </a:r>
                      <a:r>
                        <a:rPr lang="en-US" altLang="ko-KR" dirty="0" err="1"/>
                        <a:t>SoA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182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+ Zero-Copy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947044"/>
                  </a:ext>
                </a:extLst>
              </a:tr>
            </a:tbl>
          </a:graphicData>
        </a:graphic>
      </p:graphicFrame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7A5EB8A-227D-9533-EB9E-148CA2CDE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애니메이션 샘플링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44143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4A7F6AC-9E14-59ED-31C1-49D8F6F3E689}"/>
              </a:ext>
            </a:extLst>
          </p:cNvPr>
          <p:cNvSpPr/>
          <p:nvPr/>
        </p:nvSpPr>
        <p:spPr>
          <a:xfrm>
            <a:off x="1291473" y="3103775"/>
            <a:ext cx="1244338" cy="6504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Blender</a:t>
            </a:r>
            <a:endParaRPr lang="ko-KR" altLang="en-US" dirty="0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E46B4857-9ADF-CDC0-5AFD-CDB01257DE77}"/>
              </a:ext>
            </a:extLst>
          </p:cNvPr>
          <p:cNvSpPr/>
          <p:nvPr/>
        </p:nvSpPr>
        <p:spPr>
          <a:xfrm>
            <a:off x="2785622" y="3179190"/>
            <a:ext cx="452486" cy="4996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6C102172-5128-9348-8335-BA87D8C20377}"/>
              </a:ext>
            </a:extLst>
          </p:cNvPr>
          <p:cNvSpPr/>
          <p:nvPr/>
        </p:nvSpPr>
        <p:spPr>
          <a:xfrm>
            <a:off x="3487919" y="3103775"/>
            <a:ext cx="1244338" cy="65045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.xml</a:t>
            </a:r>
            <a:endParaRPr lang="ko-KR" altLang="en-US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71510F6A-E942-850D-174A-65DD3541422A}"/>
              </a:ext>
            </a:extLst>
          </p:cNvPr>
          <p:cNvSpPr/>
          <p:nvPr/>
        </p:nvSpPr>
        <p:spPr>
          <a:xfrm>
            <a:off x="4982071" y="3145017"/>
            <a:ext cx="452486" cy="4996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7840386D-C311-C3B0-2A9D-527FBC76F3AB}"/>
              </a:ext>
            </a:extLst>
          </p:cNvPr>
          <p:cNvSpPr/>
          <p:nvPr/>
        </p:nvSpPr>
        <p:spPr>
          <a:xfrm>
            <a:off x="5684365" y="3103775"/>
            <a:ext cx="1244339" cy="65045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Engine</a:t>
            </a:r>
            <a:endParaRPr lang="ko-KR" altLang="en-US" dirty="0"/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17EE10C3-3B83-0DCC-25F9-420D2A3BABC8}"/>
              </a:ext>
            </a:extLst>
          </p:cNvPr>
          <p:cNvSpPr/>
          <p:nvPr/>
        </p:nvSpPr>
        <p:spPr>
          <a:xfrm>
            <a:off x="9627907" y="3103775"/>
            <a:ext cx="1244339" cy="65045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Binary Load</a:t>
            </a:r>
            <a:endParaRPr lang="ko-KR" altLang="en-US" dirty="0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BB304D1B-EBAC-1481-B624-E295BDA82A9A}"/>
              </a:ext>
            </a:extLst>
          </p:cNvPr>
          <p:cNvSpPr/>
          <p:nvPr/>
        </p:nvSpPr>
        <p:spPr>
          <a:xfrm>
            <a:off x="7178512" y="3145017"/>
            <a:ext cx="2201158" cy="4996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Binary</a:t>
            </a:r>
            <a:r>
              <a:rPr lang="ko-KR" altLang="en-US" dirty="0"/>
              <a:t>가 존재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6857AE-61F8-3A55-C1A1-7C04A5829B99}"/>
              </a:ext>
            </a:extLst>
          </p:cNvPr>
          <p:cNvSpPr txBox="1"/>
          <p:nvPr/>
        </p:nvSpPr>
        <p:spPr>
          <a:xfrm>
            <a:off x="7420466" y="2919109"/>
            <a:ext cx="171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Binary</a:t>
            </a:r>
            <a:r>
              <a:rPr lang="ko-KR" altLang="en-US" dirty="0"/>
              <a:t>가 존재</a:t>
            </a: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F30249FC-236B-B7E0-FDBE-509C445404B5}"/>
              </a:ext>
            </a:extLst>
          </p:cNvPr>
          <p:cNvSpPr/>
          <p:nvPr/>
        </p:nvSpPr>
        <p:spPr>
          <a:xfrm>
            <a:off x="8418135" y="4443952"/>
            <a:ext cx="1244339" cy="65045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Binary</a:t>
            </a:r>
          </a:p>
          <a:p>
            <a:pPr algn="ctr"/>
            <a:r>
              <a:rPr lang="en-US" altLang="ko-KR" dirty="0"/>
              <a:t>Compile</a:t>
            </a:r>
            <a:endParaRPr lang="ko-KR" altLang="en-US" dirty="0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EADBA285-ADBD-61EC-23FD-F3A7D5728CE5}"/>
              </a:ext>
            </a:extLst>
          </p:cNvPr>
          <p:cNvSpPr/>
          <p:nvPr/>
        </p:nvSpPr>
        <p:spPr>
          <a:xfrm rot="1350724">
            <a:off x="6205195" y="4081161"/>
            <a:ext cx="2201158" cy="4996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Binary</a:t>
            </a:r>
            <a:r>
              <a:rPr lang="ko-KR" altLang="en-US" dirty="0"/>
              <a:t>가 존재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60606788-1675-E9E9-6C85-58D273D33ECB}"/>
              </a:ext>
            </a:extLst>
          </p:cNvPr>
          <p:cNvSpPr/>
          <p:nvPr/>
        </p:nvSpPr>
        <p:spPr>
          <a:xfrm rot="17963075">
            <a:off x="9653047" y="3849278"/>
            <a:ext cx="452486" cy="4996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974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E404E-A8CA-137B-293E-9ACED4BD9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23483-5F52-7091-8579-61A56FF95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</a:t>
            </a:r>
            <a:r>
              <a:rPr lang="en-US" altLang="ko-KR" b="1" dirty="0"/>
              <a:t>: </a:t>
            </a:r>
            <a:r>
              <a:rPr lang="ko-KR" altLang="en-US" b="1" dirty="0"/>
              <a:t>대규모 </a:t>
            </a:r>
            <a:r>
              <a:rPr lang="en-US" altLang="ko-KR" b="1" dirty="0"/>
              <a:t>Projectile </a:t>
            </a:r>
            <a:r>
              <a:rPr lang="ko-KR" altLang="en-US" b="1" dirty="0"/>
              <a:t>최적화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7A21F57-9E04-4752-6BA8-0E568A385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게임 쓰레드와 </a:t>
            </a:r>
            <a:r>
              <a:rPr lang="ko-KR" altLang="en-US" dirty="0" err="1"/>
              <a:t>렌더</a:t>
            </a:r>
            <a:r>
              <a:rPr lang="ko-KR" altLang="en-US" dirty="0"/>
              <a:t> 쓰레드 분리</a:t>
            </a:r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EFC7840-C0F2-3F75-0AEF-D3AAC6818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822214"/>
              </p:ext>
            </p:extLst>
          </p:nvPr>
        </p:nvGraphicFramePr>
        <p:xfrm>
          <a:off x="1548615" y="3445034"/>
          <a:ext cx="9094770" cy="11125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031590">
                  <a:extLst>
                    <a:ext uri="{9D8B030D-6E8A-4147-A177-3AD203B41FA5}">
                      <a16:colId xmlns:a16="http://schemas.microsoft.com/office/drawing/2014/main" val="1863424436"/>
                    </a:ext>
                  </a:extLst>
                </a:gridCol>
                <a:gridCol w="3031590">
                  <a:extLst>
                    <a:ext uri="{9D8B030D-6E8A-4147-A177-3AD203B41FA5}">
                      <a16:colId xmlns:a16="http://schemas.microsoft.com/office/drawing/2014/main" val="1329997556"/>
                    </a:ext>
                  </a:extLst>
                </a:gridCol>
                <a:gridCol w="3031590">
                  <a:extLst>
                    <a:ext uri="{9D8B030D-6E8A-4147-A177-3AD203B41FA5}">
                      <a16:colId xmlns:a16="http://schemas.microsoft.com/office/drawing/2014/main" val="225321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FPS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Tick rate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523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단일 쓰레드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287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게임 쓰레드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 err="1"/>
                        <a:t>렌더</a:t>
                      </a:r>
                      <a:r>
                        <a:rPr lang="ko-KR" altLang="en-US" dirty="0"/>
                        <a:t> 쓰레드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306.9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78.7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917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556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9CDD-F7B8-3203-4317-07C66A8C1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778A0-0416-EAFD-C06E-BCEE50684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</a:t>
            </a:r>
            <a:r>
              <a:rPr lang="en-US" altLang="ko-KR" b="1" dirty="0"/>
              <a:t>: </a:t>
            </a:r>
            <a:r>
              <a:rPr lang="ko-KR" altLang="en-US" b="1" dirty="0"/>
              <a:t>대규모 </a:t>
            </a:r>
            <a:r>
              <a:rPr lang="en-US" altLang="ko-KR" b="1" dirty="0"/>
              <a:t>Projectile </a:t>
            </a:r>
            <a:r>
              <a:rPr lang="ko-KR" altLang="en-US" b="1" dirty="0"/>
              <a:t>최적화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6EFB55C-599C-4197-4499-FC2DB1BF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ko-KR" dirty="0"/>
              <a:t>Projectile</a:t>
            </a:r>
            <a:r>
              <a:rPr lang="ko-KR" altLang="en-US" dirty="0"/>
              <a:t>수에 따른 </a:t>
            </a:r>
            <a:r>
              <a:rPr lang="en-US" altLang="ko-KR" dirty="0"/>
              <a:t>FPS, Tick rate </a:t>
            </a:r>
            <a:r>
              <a:rPr lang="ko-KR" altLang="en-US" dirty="0"/>
              <a:t>변화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7B027AA-7E42-B16F-8A66-3F80BED96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499620"/>
              </p:ext>
            </p:extLst>
          </p:nvPr>
        </p:nvGraphicFramePr>
        <p:xfrm>
          <a:off x="1589313" y="3702376"/>
          <a:ext cx="9013374" cy="1752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76307883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7335009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81305208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3260503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1088998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43191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FPS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Tick rate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Tick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PrePhysics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Tick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PostPhysics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Update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RenderItem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572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4169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30212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775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1560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787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448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733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80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1000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206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4659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7495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903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407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D5EEF-B5D5-01CD-DF8F-1A2DAF9AA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D1E24-963F-8952-7907-991B653E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</a:t>
            </a:r>
            <a:r>
              <a:rPr lang="en-US" altLang="ko-KR" b="1" dirty="0"/>
              <a:t>: </a:t>
            </a:r>
            <a:r>
              <a:rPr lang="ko-KR" altLang="en-US" b="1" dirty="0"/>
              <a:t>대규모 </a:t>
            </a:r>
            <a:r>
              <a:rPr lang="en-US" altLang="ko-KR" b="1" dirty="0"/>
              <a:t>Projectile </a:t>
            </a:r>
            <a:r>
              <a:rPr lang="ko-KR" altLang="en-US" b="1" dirty="0"/>
              <a:t>최적화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3552C-4B87-693F-0A73-BFE68A978E06}"/>
              </a:ext>
            </a:extLst>
          </p:cNvPr>
          <p:cNvSpPr txBox="1"/>
          <p:nvPr/>
        </p:nvSpPr>
        <p:spPr>
          <a:xfrm>
            <a:off x="909686" y="2252137"/>
            <a:ext cx="5114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기존</a:t>
            </a:r>
          </a:p>
        </p:txBody>
      </p:sp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F1D206D9-D261-7AAD-29A7-11562497540A}"/>
              </a:ext>
            </a:extLst>
          </p:cNvPr>
          <p:cNvSpPr/>
          <p:nvPr/>
        </p:nvSpPr>
        <p:spPr>
          <a:xfrm>
            <a:off x="1065229" y="3494411"/>
            <a:ext cx="1414020" cy="50255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모든 </a:t>
            </a:r>
            <a:r>
              <a:rPr lang="ko-KR" altLang="en-US" dirty="0" err="1"/>
              <a:t>액터</a:t>
            </a:r>
            <a:endParaRPr lang="ko-KR" altLang="en-US" dirty="0"/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931B26AC-210C-4BA6-4653-DA5C0CE570F1}"/>
              </a:ext>
            </a:extLst>
          </p:cNvPr>
          <p:cNvSpPr/>
          <p:nvPr/>
        </p:nvSpPr>
        <p:spPr>
          <a:xfrm>
            <a:off x="909686" y="4584410"/>
            <a:ext cx="1725105" cy="50255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모든 컴포넌트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F2194317-5468-A3BE-B37B-8F8B394A0854}"/>
              </a:ext>
            </a:extLst>
          </p:cNvPr>
          <p:cNvSpPr/>
          <p:nvPr/>
        </p:nvSpPr>
        <p:spPr>
          <a:xfrm>
            <a:off x="3110845" y="3723217"/>
            <a:ext cx="641023" cy="109968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C4C350-1763-9EFA-122D-449D8F458DFC}"/>
              </a:ext>
            </a:extLst>
          </p:cNvPr>
          <p:cNvSpPr txBox="1"/>
          <p:nvPr/>
        </p:nvSpPr>
        <p:spPr>
          <a:xfrm>
            <a:off x="3945901" y="3949895"/>
            <a:ext cx="2078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Tick_PrePhysics</a:t>
            </a:r>
            <a:r>
              <a:rPr lang="en-US" altLang="ko-KR" b="1" dirty="0"/>
              <a:t>()</a:t>
            </a:r>
          </a:p>
          <a:p>
            <a:r>
              <a:rPr lang="en-US" altLang="ko-KR" b="1" dirty="0" err="1"/>
              <a:t>Tick_PostPhysic</a:t>
            </a:r>
            <a:r>
              <a:rPr lang="en-US" altLang="ko-KR" b="1" dirty="0"/>
              <a:t>()</a:t>
            </a:r>
            <a:endParaRPr lang="ko-KR" altLang="en-US" b="1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457BA67E-7C9A-5111-FA73-BC65A2F6558A}"/>
              </a:ext>
            </a:extLst>
          </p:cNvPr>
          <p:cNvSpPr/>
          <p:nvPr/>
        </p:nvSpPr>
        <p:spPr>
          <a:xfrm>
            <a:off x="6599548" y="3072331"/>
            <a:ext cx="2338634" cy="1099689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PrePhysics</a:t>
            </a:r>
            <a:r>
              <a:rPr lang="en-US" altLang="ko-KR" b="1" dirty="0">
                <a:solidFill>
                  <a:schemeClr val="tx1"/>
                </a:solidFill>
              </a:rPr>
              <a:t> Group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err="1">
                <a:solidFill>
                  <a:schemeClr val="tx1"/>
                </a:solidFill>
              </a:rPr>
              <a:t>액터</a:t>
            </a:r>
            <a:r>
              <a:rPr lang="en-US" altLang="ko-KR" dirty="0">
                <a:solidFill>
                  <a:schemeClr val="tx1"/>
                </a:solidFill>
              </a:rPr>
              <a:t>1, </a:t>
            </a:r>
            <a:r>
              <a:rPr lang="ko-KR" altLang="en-US" dirty="0" err="1">
                <a:solidFill>
                  <a:schemeClr val="tx1"/>
                </a:solidFill>
              </a:rPr>
              <a:t>액터</a:t>
            </a:r>
            <a:r>
              <a:rPr lang="en-US" altLang="ko-KR" dirty="0">
                <a:solidFill>
                  <a:schemeClr val="tx1"/>
                </a:solidFill>
              </a:rPr>
              <a:t>2, …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D65888C9-B821-9753-ABA1-C27ABE8634E9}"/>
              </a:ext>
            </a:extLst>
          </p:cNvPr>
          <p:cNvSpPr/>
          <p:nvPr/>
        </p:nvSpPr>
        <p:spPr>
          <a:xfrm>
            <a:off x="6599549" y="4472714"/>
            <a:ext cx="2338634" cy="1020233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PostPhysics</a:t>
            </a:r>
            <a:r>
              <a:rPr lang="en-US" altLang="ko-KR" b="1" dirty="0">
                <a:solidFill>
                  <a:schemeClr val="tx1"/>
                </a:solidFill>
              </a:rPr>
              <a:t> Group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err="1">
                <a:solidFill>
                  <a:schemeClr val="tx1"/>
                </a:solidFill>
              </a:rPr>
              <a:t>액터</a:t>
            </a:r>
            <a:r>
              <a:rPr lang="en-US" altLang="ko-KR" dirty="0">
                <a:solidFill>
                  <a:schemeClr val="tx1"/>
                </a:solidFill>
              </a:rPr>
              <a:t>3, </a:t>
            </a:r>
            <a:r>
              <a:rPr lang="ko-KR" altLang="en-US" dirty="0" err="1">
                <a:solidFill>
                  <a:schemeClr val="tx1"/>
                </a:solidFill>
              </a:rPr>
              <a:t>액터</a:t>
            </a:r>
            <a:r>
              <a:rPr lang="en-US" altLang="ko-KR" dirty="0">
                <a:solidFill>
                  <a:schemeClr val="tx1"/>
                </a:solidFill>
              </a:rPr>
              <a:t>4, …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26BB676-65C8-99EC-44F0-25C03F4FC3D1}"/>
              </a:ext>
            </a:extLst>
          </p:cNvPr>
          <p:cNvSpPr/>
          <p:nvPr/>
        </p:nvSpPr>
        <p:spPr>
          <a:xfrm>
            <a:off x="9192705" y="3801192"/>
            <a:ext cx="641023" cy="109968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8565E5-A31E-0B41-A7A9-93B6C4744A09}"/>
              </a:ext>
            </a:extLst>
          </p:cNvPr>
          <p:cNvSpPr txBox="1"/>
          <p:nvPr/>
        </p:nvSpPr>
        <p:spPr>
          <a:xfrm>
            <a:off x="10088250" y="4166370"/>
            <a:ext cx="158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Tick()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0EC2FB-70F2-8CE5-8B99-39B9180DD17D}"/>
              </a:ext>
            </a:extLst>
          </p:cNvPr>
          <p:cNvSpPr txBox="1"/>
          <p:nvPr/>
        </p:nvSpPr>
        <p:spPr>
          <a:xfrm>
            <a:off x="6599548" y="2252137"/>
            <a:ext cx="5114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/>
              <a:t>Tick </a:t>
            </a:r>
            <a:r>
              <a:rPr lang="ko-KR" altLang="en-US" sz="2800" b="1" dirty="0"/>
              <a:t>그룹화</a:t>
            </a:r>
          </a:p>
        </p:txBody>
      </p:sp>
    </p:spTree>
    <p:extLst>
      <p:ext uri="{BB962C8B-B14F-4D97-AF65-F5344CB8AC3E}">
        <p14:creationId xmlns:p14="http://schemas.microsoft.com/office/powerpoint/2010/main" val="2397836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51FC3-B5A5-2C93-3004-2058AB368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7D16D9-F645-C8EC-9A7E-8927CB47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</a:t>
            </a:r>
            <a:r>
              <a:rPr lang="en-US" altLang="ko-KR" b="1" dirty="0"/>
              <a:t>: </a:t>
            </a:r>
            <a:r>
              <a:rPr lang="ko-KR" altLang="en-US" b="1" dirty="0"/>
              <a:t>대규모 </a:t>
            </a:r>
            <a:r>
              <a:rPr lang="en-US" altLang="ko-KR" b="1" dirty="0"/>
              <a:t>Projectile </a:t>
            </a:r>
            <a:r>
              <a:rPr lang="ko-KR" altLang="en-US" b="1" dirty="0"/>
              <a:t>최적화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3ACA149-8C92-4635-8E8C-9D96F25AA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222300"/>
              </p:ext>
            </p:extLst>
          </p:nvPr>
        </p:nvGraphicFramePr>
        <p:xfrm>
          <a:off x="1589313" y="2738120"/>
          <a:ext cx="9013374" cy="1381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76307883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7335009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81305208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3260503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1088998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43191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FPS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Tick rate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Tick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PrePhysics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Tick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PostPhysics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Update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RenderItem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572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4464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7215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775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Tick </a:t>
                      </a:r>
                      <a:r>
                        <a:rPr lang="ko-KR" altLang="en-US" dirty="0"/>
                        <a:t>그룹화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4369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6570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806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752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1773-1010-BF4C-7992-E7FC6642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10DB7-55D2-E90B-4D70-B7F7E65D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</a:t>
            </a:r>
            <a:r>
              <a:rPr lang="en-US" altLang="ko-KR" b="1" dirty="0"/>
              <a:t>: </a:t>
            </a:r>
            <a:r>
              <a:rPr lang="ko-KR" altLang="en-US" b="1" dirty="0"/>
              <a:t>대규모 </a:t>
            </a:r>
            <a:r>
              <a:rPr lang="en-US" altLang="ko-KR" b="1" dirty="0"/>
              <a:t>Projectile </a:t>
            </a:r>
            <a:r>
              <a:rPr lang="ko-KR" altLang="en-US" b="1" dirty="0"/>
              <a:t>최적화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189573A-6A87-6718-CF9A-01449764D44E}"/>
              </a:ext>
            </a:extLst>
          </p:cNvPr>
          <p:cNvGraphicFramePr>
            <a:graphicFrameLocks noGrp="1"/>
          </p:cNvGraphicFramePr>
          <p:nvPr/>
        </p:nvGraphicFramePr>
        <p:xfrm>
          <a:off x="1589313" y="2738120"/>
          <a:ext cx="9013374" cy="1381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76307883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7335009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81305208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3260503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1088998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43191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FPS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Tick rate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Tick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PrePhysics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Tick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PostPhysics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Update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RenderItem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572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4464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7215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775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Tick </a:t>
                      </a:r>
                      <a:r>
                        <a:rPr lang="ko-KR" altLang="en-US" dirty="0"/>
                        <a:t>그룹화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4369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6570</a:t>
                      </a:r>
                      <a:r>
                        <a:rPr lang="el-GR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806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12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8390-9494-6C4C-EAD0-EAECFCBE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8389C-E34E-50AB-8ED8-3D0D89361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추가적인 최적화 방향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416C1F-495B-A79C-01D4-A321BB5BC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ko-KR" dirty="0"/>
              <a:t>Object Anim Sampling</a:t>
            </a:r>
          </a:p>
          <a:p>
            <a:pPr lvl="1"/>
            <a:r>
              <a:rPr lang="en-US" altLang="ko-KR" dirty="0"/>
              <a:t>Tick(</a:t>
            </a:r>
            <a:r>
              <a:rPr lang="en-US" altLang="ko-KR" dirty="0" err="1"/>
              <a:t>PostPhysics</a:t>
            </a:r>
            <a:r>
              <a:rPr lang="ko-KR" altLang="en-US" dirty="0"/>
              <a:t> 단계</a:t>
            </a:r>
            <a:r>
              <a:rPr lang="en-US" altLang="ko-KR" dirty="0"/>
              <a:t>) -&gt; </a:t>
            </a:r>
            <a:r>
              <a:rPr lang="ko-KR" altLang="en-US" dirty="0"/>
              <a:t>전용 </a:t>
            </a:r>
            <a:r>
              <a:rPr lang="en-US" altLang="ko-KR" dirty="0"/>
              <a:t>Anim Play </a:t>
            </a:r>
            <a:r>
              <a:rPr lang="ko-KR" altLang="en-US" dirty="0"/>
              <a:t>쓰레드를 만들어서 계산</a:t>
            </a:r>
            <a:endParaRPr lang="en-US" altLang="ko-KR" dirty="0"/>
          </a:p>
          <a:p>
            <a:r>
              <a:rPr lang="en-US" altLang="ko-KR" dirty="0"/>
              <a:t>Update Render Item </a:t>
            </a:r>
            <a:r>
              <a:rPr lang="ko-KR" altLang="en-US" dirty="0"/>
              <a:t>단계 </a:t>
            </a:r>
            <a:r>
              <a:rPr lang="en-US" altLang="ko-KR" dirty="0"/>
              <a:t>Render Item </a:t>
            </a:r>
            <a:r>
              <a:rPr lang="ko-KR" altLang="en-US" dirty="0"/>
              <a:t>복사 및 동기화 최적화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31821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6EEF0-CB9D-E83B-E316-F70AC5A37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BB24849-FC87-256A-85CC-F429BEF3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44" y="2004706"/>
            <a:ext cx="10515600" cy="28527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ko-KR" altLang="en-US" b="1" dirty="0">
                <a:ea typeface="맑은 고딕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30092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20260116_2주차과제발표_애니메이션1실_김동근</Template>
  <TotalTime>250</TotalTime>
  <Words>507</Words>
  <Application>Microsoft Office PowerPoint</Application>
  <PresentationFormat>와이드스크린</PresentationFormat>
  <Paragraphs>177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3주차 과제 발표</vt:lpstr>
      <vt:lpstr>목차</vt:lpstr>
      <vt:lpstr>물리 엔진 버그 수정</vt:lpstr>
      <vt:lpstr>애니메이션 기반 Projectile</vt:lpstr>
      <vt:lpstr>애니메이션 기반 Projectile</vt:lpstr>
      <vt:lpstr>애니메이션 기반 Projectile</vt:lpstr>
      <vt:lpstr>애니메이션 기반 Projectile</vt:lpstr>
      <vt:lpstr>애니메이션 기반 Projectile</vt:lpstr>
      <vt:lpstr>최적화: 대용량 XML 파일</vt:lpstr>
      <vt:lpstr>최적화: 대용량 XML 파일</vt:lpstr>
      <vt:lpstr>PowerPoint 프레젠테이션</vt:lpstr>
      <vt:lpstr>최적화: 대규모 Projectile 최적화</vt:lpstr>
      <vt:lpstr>최적화: 대규모 Projectile 최적화</vt:lpstr>
      <vt:lpstr>최적화: 대규모 Projectile 최적화</vt:lpstr>
      <vt:lpstr>최적화: 대규모 Projectile 최적화</vt:lpstr>
      <vt:lpstr>최적화: 대규모 Projectile 최적화</vt:lpstr>
      <vt:lpstr>추가적인 최적화 방향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김동근</dc:creator>
  <cp:lastModifiedBy>김동근</cp:lastModifiedBy>
  <cp:revision>6</cp:revision>
  <dcterms:created xsi:type="dcterms:W3CDTF">2026-01-23T02:22:46Z</dcterms:created>
  <dcterms:modified xsi:type="dcterms:W3CDTF">2026-01-23T06:32:47Z</dcterms:modified>
</cp:coreProperties>
</file>